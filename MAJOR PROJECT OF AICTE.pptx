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6858000" cy="9144000"/>
  <p:embeddedFontLst>
    <p:embeddedFont>
      <p:font typeface="Raleway"/>
      <p:regular r:id="rId29"/>
      <p:bold r:id="rId30"/>
      <p:italic r:id="rId31"/>
      <p:boldItalic r:id="rId32"/>
    </p:embeddedFont>
    <p:embeddedFont>
      <p:font typeface="Heebo"/>
      <p:regular r:id="rId33"/>
      <p:bold r:id="rId34"/>
    </p:embeddedFont>
    <p:embeddedFont>
      <p:font typeface="Noto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aleway-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7.xml"/><Relationship Id="rId33" Type="http://schemas.openxmlformats.org/officeDocument/2006/relationships/font" Target="fonts/Heebo-regular.fntdata"/><Relationship Id="rId10" Type="http://schemas.openxmlformats.org/officeDocument/2006/relationships/slide" Target="slides/slide6.xml"/><Relationship Id="rId32" Type="http://schemas.openxmlformats.org/officeDocument/2006/relationships/font" Target="fonts/Raleway-boldItalic.fntdata"/><Relationship Id="rId13" Type="http://schemas.openxmlformats.org/officeDocument/2006/relationships/slide" Target="slides/slide9.xml"/><Relationship Id="rId35" Type="http://schemas.openxmlformats.org/officeDocument/2006/relationships/font" Target="fonts/NotoSans-regular.fntdata"/><Relationship Id="rId12" Type="http://schemas.openxmlformats.org/officeDocument/2006/relationships/slide" Target="slides/slide8.xml"/><Relationship Id="rId34" Type="http://schemas.openxmlformats.org/officeDocument/2006/relationships/font" Target="fonts/Heebo-bold.fntdata"/><Relationship Id="rId15" Type="http://schemas.openxmlformats.org/officeDocument/2006/relationships/slide" Target="slides/slide11.xml"/><Relationship Id="rId37" Type="http://schemas.openxmlformats.org/officeDocument/2006/relationships/font" Target="fonts/NotoSans-italic.fntdata"/><Relationship Id="rId14" Type="http://schemas.openxmlformats.org/officeDocument/2006/relationships/slide" Target="slides/slide10.xml"/><Relationship Id="rId36" Type="http://schemas.openxmlformats.org/officeDocument/2006/relationships/font" Target="fonts/NotoSans-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NotoSans-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95104d77e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95104d77e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a19817b3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a19817b3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955900fb8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955900fb8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a1af3942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fa1af3942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a1af3942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fa1af3942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a1af3942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a1af3942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a1af3942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fa1af3942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a1af3942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fa1af3942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a1af3942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a1af3942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955900fb8c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955900fb8c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fb2813d7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fb2813d7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b2813d73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fb2813d7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b2813d73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b2813d7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a1af3942b_1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a1af3942b_1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a1af3942b_1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a1af3942b_1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955900fb8c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955900fb8c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fa1af3942b_1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fa1af3942b_1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a1af3942b_1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fa1af3942b_1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0"/>
            <a:ext cx="9144000" cy="5143505"/>
          </a:xfrm>
          <a:prstGeom prst="rect">
            <a:avLst/>
          </a:prstGeom>
          <a:noFill/>
          <a:ln>
            <a:noFill/>
          </a:ln>
        </p:spPr>
      </p:pic>
      <p:sp>
        <p:nvSpPr>
          <p:cNvPr id="10" name="Google Shape;10;p2"/>
          <p:cNvSpPr txBox="1"/>
          <p:nvPr>
            <p:ph type="ctrTitle"/>
          </p:nvPr>
        </p:nvSpPr>
        <p:spPr>
          <a:xfrm>
            <a:off x="1567500" y="1033398"/>
            <a:ext cx="6009000" cy="19932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191919"/>
              </a:buClr>
              <a:buSzPts val="5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1567500" y="3183410"/>
            <a:ext cx="6009000" cy="41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latin typeface="Heebo"/>
                <a:ea typeface="Heebo"/>
                <a:cs typeface="Heebo"/>
                <a:sym typeface="Heeb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b="0" l="0" r="0" t="0"/>
          <a:stretch/>
        </p:blipFill>
        <p:spPr>
          <a:xfrm flipH="1">
            <a:off x="0" y="0"/>
            <a:ext cx="9144000" cy="5143505"/>
          </a:xfrm>
          <a:prstGeom prst="rect">
            <a:avLst/>
          </a:prstGeom>
          <a:noFill/>
          <a:ln>
            <a:noFill/>
          </a:ln>
        </p:spPr>
      </p:pic>
      <p:sp>
        <p:nvSpPr>
          <p:cNvPr id="14" name="Google Shape;14;p3"/>
          <p:cNvSpPr txBox="1"/>
          <p:nvPr>
            <p:ph type="title"/>
          </p:nvPr>
        </p:nvSpPr>
        <p:spPr>
          <a:xfrm>
            <a:off x="3513825" y="2616850"/>
            <a:ext cx="4084200" cy="7602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b="1"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6259688" y="1736815"/>
            <a:ext cx="1338300" cy="8418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p:nvPr>
            <p:ph idx="3" type="pic"/>
          </p:nvPr>
        </p:nvSpPr>
        <p:spPr>
          <a:xfrm flipH="1">
            <a:off x="-1" y="0"/>
            <a:ext cx="34935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0" y="0"/>
            <a:ext cx="9144000" cy="5143505"/>
          </a:xfrm>
          <a:prstGeom prst="rect">
            <a:avLst/>
          </a:prstGeom>
          <a:noFill/>
          <a:ln>
            <a:noFill/>
          </a:ln>
        </p:spPr>
      </p:pic>
      <p:sp>
        <p:nvSpPr>
          <p:cNvPr id="19" name="Google Shape;19;p4"/>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 name="Google Shape;20;p4"/>
          <p:cNvSpPr txBox="1"/>
          <p:nvPr>
            <p:ph idx="1" type="body"/>
          </p:nvPr>
        </p:nvSpPr>
        <p:spPr>
          <a:xfrm>
            <a:off x="720000" y="1139550"/>
            <a:ext cx="7704000" cy="664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1" name="Google Shape;21;p4"/>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22" name="Google Shape;22;p4"/>
          <p:cNvGrpSpPr/>
          <p:nvPr/>
        </p:nvGrpSpPr>
        <p:grpSpPr>
          <a:xfrm>
            <a:off x="-243174" y="1190326"/>
            <a:ext cx="9567811" cy="3367763"/>
            <a:chOff x="-243174" y="1190326"/>
            <a:chExt cx="9567811" cy="3367763"/>
          </a:xfrm>
        </p:grpSpPr>
        <p:grpSp>
          <p:nvGrpSpPr>
            <p:cNvPr id="23" name="Google Shape;23;p4"/>
            <p:cNvGrpSpPr/>
            <p:nvPr/>
          </p:nvGrpSpPr>
          <p:grpSpPr>
            <a:xfrm>
              <a:off x="-243174" y="2698962"/>
              <a:ext cx="884661" cy="1859128"/>
              <a:chOff x="-243174" y="2698962"/>
              <a:chExt cx="884661" cy="1859128"/>
            </a:xfrm>
          </p:grpSpPr>
          <p:pic>
            <p:nvPicPr>
              <p:cNvPr id="24" name="Google Shape;24;p4"/>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25" name="Google Shape;25;p4"/>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26" name="Google Shape;26;p4"/>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27" name="Google Shape;27;p4"/>
            <p:cNvGrpSpPr/>
            <p:nvPr/>
          </p:nvGrpSpPr>
          <p:grpSpPr>
            <a:xfrm>
              <a:off x="8367050" y="1190326"/>
              <a:ext cx="957587" cy="1890598"/>
              <a:chOff x="8367050" y="1190326"/>
              <a:chExt cx="957587" cy="1890598"/>
            </a:xfrm>
          </p:grpSpPr>
          <p:pic>
            <p:nvPicPr>
              <p:cNvPr id="28" name="Google Shape;28;p4"/>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29" name="Google Shape;29;p4"/>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30" name="Google Shape;30;p4"/>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pic>
        <p:nvPicPr>
          <p:cNvPr id="32" name="Google Shape;32;p5"/>
          <p:cNvPicPr preferRelativeResize="0"/>
          <p:nvPr/>
        </p:nvPicPr>
        <p:blipFill>
          <a:blip r:embed="rId2">
            <a:alphaModFix/>
          </a:blip>
          <a:stretch>
            <a:fillRect/>
          </a:stretch>
        </p:blipFill>
        <p:spPr>
          <a:xfrm rot="10800000">
            <a:off x="0" y="0"/>
            <a:ext cx="9144000" cy="5143505"/>
          </a:xfrm>
          <a:prstGeom prst="rect">
            <a:avLst/>
          </a:prstGeom>
          <a:noFill/>
          <a:ln>
            <a:noFill/>
          </a:ln>
        </p:spPr>
      </p:pic>
      <p:sp>
        <p:nvSpPr>
          <p:cNvPr id="33" name="Google Shape;33;p5"/>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 name="Google Shape;34;p5"/>
          <p:cNvSpPr txBox="1"/>
          <p:nvPr>
            <p:ph idx="1" type="subTitle"/>
          </p:nvPr>
        </p:nvSpPr>
        <p:spPr>
          <a:xfrm>
            <a:off x="4976496" y="2615350"/>
            <a:ext cx="2886300" cy="141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 name="Google Shape;35;p5"/>
          <p:cNvSpPr txBox="1"/>
          <p:nvPr>
            <p:ph idx="2" type="subTitle"/>
          </p:nvPr>
        </p:nvSpPr>
        <p:spPr>
          <a:xfrm>
            <a:off x="1281200" y="2615350"/>
            <a:ext cx="2886300" cy="141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 name="Google Shape;36;p5"/>
          <p:cNvSpPr txBox="1"/>
          <p:nvPr>
            <p:ph idx="3" type="subTitle"/>
          </p:nvPr>
        </p:nvSpPr>
        <p:spPr>
          <a:xfrm>
            <a:off x="1281200" y="2240990"/>
            <a:ext cx="2886300" cy="366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 name="Google Shape;37;p5"/>
          <p:cNvSpPr txBox="1"/>
          <p:nvPr>
            <p:ph idx="4" type="subTitle"/>
          </p:nvPr>
        </p:nvSpPr>
        <p:spPr>
          <a:xfrm>
            <a:off x="4976498" y="2240990"/>
            <a:ext cx="2886300" cy="366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 name="Google Shape;38;p5"/>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39" name="Google Shape;39;p5"/>
          <p:cNvGrpSpPr/>
          <p:nvPr/>
        </p:nvGrpSpPr>
        <p:grpSpPr>
          <a:xfrm>
            <a:off x="-169050" y="-209886"/>
            <a:ext cx="9518026" cy="5421338"/>
            <a:chOff x="-169050" y="-209886"/>
            <a:chExt cx="9518026" cy="5421338"/>
          </a:xfrm>
        </p:grpSpPr>
        <p:grpSp>
          <p:nvGrpSpPr>
            <p:cNvPr id="40" name="Google Shape;40;p5"/>
            <p:cNvGrpSpPr/>
            <p:nvPr/>
          </p:nvGrpSpPr>
          <p:grpSpPr>
            <a:xfrm>
              <a:off x="7969764" y="3735783"/>
              <a:ext cx="1379213" cy="1475669"/>
              <a:chOff x="7969764" y="3735783"/>
              <a:chExt cx="1379213" cy="1475669"/>
            </a:xfrm>
          </p:grpSpPr>
          <p:pic>
            <p:nvPicPr>
              <p:cNvPr id="41" name="Google Shape;41;p5"/>
              <p:cNvPicPr preferRelativeResize="0"/>
              <p:nvPr/>
            </p:nvPicPr>
            <p:blipFill>
              <a:blip r:embed="rId3">
                <a:alphaModFix/>
              </a:blip>
              <a:stretch>
                <a:fillRect/>
              </a:stretch>
            </p:blipFill>
            <p:spPr>
              <a:xfrm flipH="1" rot="-10604233">
                <a:off x="8327263" y="3752993"/>
                <a:ext cx="613717" cy="314844"/>
              </a:xfrm>
              <a:prstGeom prst="rect">
                <a:avLst/>
              </a:prstGeom>
              <a:noFill/>
              <a:ln>
                <a:noFill/>
              </a:ln>
            </p:spPr>
          </p:pic>
          <p:pic>
            <p:nvPicPr>
              <p:cNvPr id="42" name="Google Shape;42;p5"/>
              <p:cNvPicPr preferRelativeResize="0"/>
              <p:nvPr/>
            </p:nvPicPr>
            <p:blipFill>
              <a:blip r:embed="rId4">
                <a:alphaModFix/>
              </a:blip>
              <a:stretch>
                <a:fillRect/>
              </a:stretch>
            </p:blipFill>
            <p:spPr>
              <a:xfrm rot="4211357">
                <a:off x="7964354" y="4781604"/>
                <a:ext cx="465066" cy="315292"/>
              </a:xfrm>
              <a:prstGeom prst="rect">
                <a:avLst/>
              </a:prstGeom>
              <a:noFill/>
              <a:ln>
                <a:noFill/>
              </a:ln>
            </p:spPr>
          </p:pic>
          <p:pic>
            <p:nvPicPr>
              <p:cNvPr id="43" name="Google Shape;43;p5"/>
              <p:cNvPicPr preferRelativeResize="0"/>
              <p:nvPr/>
            </p:nvPicPr>
            <p:blipFill>
              <a:blip r:embed="rId3">
                <a:alphaModFix/>
              </a:blip>
              <a:stretch>
                <a:fillRect/>
              </a:stretch>
            </p:blipFill>
            <p:spPr>
              <a:xfrm rot="9481179">
                <a:off x="8553319" y="4309526"/>
                <a:ext cx="760790" cy="334052"/>
              </a:xfrm>
              <a:prstGeom prst="rect">
                <a:avLst/>
              </a:prstGeom>
              <a:noFill/>
              <a:ln>
                <a:noFill/>
              </a:ln>
            </p:spPr>
          </p:pic>
        </p:grpSp>
        <p:grpSp>
          <p:nvGrpSpPr>
            <p:cNvPr id="44" name="Google Shape;44;p5"/>
            <p:cNvGrpSpPr/>
            <p:nvPr/>
          </p:nvGrpSpPr>
          <p:grpSpPr>
            <a:xfrm>
              <a:off x="-169050" y="-209886"/>
              <a:ext cx="1372950" cy="1506788"/>
              <a:chOff x="-169050" y="-209886"/>
              <a:chExt cx="1372950" cy="1506788"/>
            </a:xfrm>
          </p:grpSpPr>
          <p:pic>
            <p:nvPicPr>
              <p:cNvPr id="45" name="Google Shape;45;p5"/>
              <p:cNvPicPr preferRelativeResize="0"/>
              <p:nvPr/>
            </p:nvPicPr>
            <p:blipFill>
              <a:blip r:embed="rId3">
                <a:alphaModFix/>
              </a:blip>
              <a:stretch>
                <a:fillRect/>
              </a:stretch>
            </p:blipFill>
            <p:spPr>
              <a:xfrm rot="10800000">
                <a:off x="-169050" y="114419"/>
                <a:ext cx="613720" cy="314843"/>
              </a:xfrm>
              <a:prstGeom prst="rect">
                <a:avLst/>
              </a:prstGeom>
              <a:noFill/>
              <a:ln>
                <a:noFill/>
              </a:ln>
            </p:spPr>
          </p:pic>
          <p:pic>
            <p:nvPicPr>
              <p:cNvPr id="46" name="Google Shape;46;p5"/>
              <p:cNvPicPr preferRelativeResize="0"/>
              <p:nvPr/>
            </p:nvPicPr>
            <p:blipFill>
              <a:blip r:embed="rId4">
                <a:alphaModFix/>
              </a:blip>
              <a:stretch>
                <a:fillRect/>
              </a:stretch>
            </p:blipFill>
            <p:spPr>
              <a:xfrm rot="10275401">
                <a:off x="-54658" y="938783"/>
                <a:ext cx="477491" cy="323709"/>
              </a:xfrm>
              <a:prstGeom prst="rect">
                <a:avLst/>
              </a:prstGeom>
              <a:noFill/>
              <a:ln>
                <a:noFill/>
              </a:ln>
            </p:spPr>
          </p:pic>
          <p:pic>
            <p:nvPicPr>
              <p:cNvPr id="47" name="Google Shape;47;p5"/>
              <p:cNvPicPr preferRelativeResize="0"/>
              <p:nvPr/>
            </p:nvPicPr>
            <p:blipFill>
              <a:blip r:embed="rId4">
                <a:alphaModFix/>
              </a:blip>
              <a:stretch>
                <a:fillRect/>
              </a:stretch>
            </p:blipFill>
            <p:spPr>
              <a:xfrm rot="-6828724">
                <a:off x="565862" y="-48916"/>
                <a:ext cx="630477" cy="427436"/>
              </a:xfrm>
              <a:prstGeom prst="rect">
                <a:avLst/>
              </a:prstGeom>
              <a:noFill/>
              <a:ln>
                <a:noFill/>
              </a:ln>
            </p:spPr>
          </p:pic>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pic>
        <p:nvPicPr>
          <p:cNvPr id="49" name="Google Shape;49;p6"/>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50" name="Google Shape;50;p6"/>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51" name="Google Shape;51;p6"/>
          <p:cNvGrpSpPr/>
          <p:nvPr/>
        </p:nvGrpSpPr>
        <p:grpSpPr>
          <a:xfrm>
            <a:off x="-111161" y="141350"/>
            <a:ext cx="9439048" cy="5076262"/>
            <a:chOff x="-111161" y="141350"/>
            <a:chExt cx="9439048" cy="5076262"/>
          </a:xfrm>
        </p:grpSpPr>
        <p:grpSp>
          <p:nvGrpSpPr>
            <p:cNvPr id="52" name="Google Shape;52;p6"/>
            <p:cNvGrpSpPr/>
            <p:nvPr/>
          </p:nvGrpSpPr>
          <p:grpSpPr>
            <a:xfrm>
              <a:off x="-111161" y="3885688"/>
              <a:ext cx="1138997" cy="1331924"/>
              <a:chOff x="-111161" y="3885688"/>
              <a:chExt cx="1138997" cy="1331924"/>
            </a:xfrm>
          </p:grpSpPr>
          <p:pic>
            <p:nvPicPr>
              <p:cNvPr id="53" name="Google Shape;53;p6"/>
              <p:cNvPicPr preferRelativeResize="0"/>
              <p:nvPr/>
            </p:nvPicPr>
            <p:blipFill>
              <a:blip r:embed="rId3">
                <a:alphaModFix/>
              </a:blip>
              <a:stretch>
                <a:fillRect/>
              </a:stretch>
            </p:blipFill>
            <p:spPr>
              <a:xfrm flipH="1" rot="247688">
                <a:off x="-100624" y="4625694"/>
                <a:ext cx="613720" cy="314845"/>
              </a:xfrm>
              <a:prstGeom prst="rect">
                <a:avLst/>
              </a:prstGeom>
              <a:noFill/>
              <a:ln>
                <a:noFill/>
              </a:ln>
            </p:spPr>
          </p:pic>
          <p:pic>
            <p:nvPicPr>
              <p:cNvPr id="54" name="Google Shape;54;p6"/>
              <p:cNvPicPr preferRelativeResize="0"/>
              <p:nvPr/>
            </p:nvPicPr>
            <p:blipFill>
              <a:blip r:embed="rId4">
                <a:alphaModFix/>
              </a:blip>
              <a:stretch>
                <a:fillRect/>
              </a:stretch>
            </p:blipFill>
            <p:spPr>
              <a:xfrm flipH="1" rot="-4159656">
                <a:off x="644272" y="4859990"/>
                <a:ext cx="386000" cy="261708"/>
              </a:xfrm>
              <a:prstGeom prst="rect">
                <a:avLst/>
              </a:prstGeom>
              <a:noFill/>
              <a:ln>
                <a:noFill/>
              </a:ln>
            </p:spPr>
          </p:pic>
          <p:pic>
            <p:nvPicPr>
              <p:cNvPr id="55" name="Google Shape;55;p6"/>
              <p:cNvPicPr preferRelativeResize="0"/>
              <p:nvPr/>
            </p:nvPicPr>
            <p:blipFill>
              <a:blip r:embed="rId4">
                <a:alphaModFix/>
              </a:blip>
              <a:stretch>
                <a:fillRect/>
              </a:stretch>
            </p:blipFill>
            <p:spPr>
              <a:xfrm flipH="1" rot="391316">
                <a:off x="-32495" y="3911758"/>
                <a:ext cx="477490" cy="323710"/>
              </a:xfrm>
              <a:prstGeom prst="rect">
                <a:avLst/>
              </a:prstGeom>
              <a:noFill/>
              <a:ln>
                <a:noFill/>
              </a:ln>
            </p:spPr>
          </p:pic>
        </p:grpSp>
        <p:grpSp>
          <p:nvGrpSpPr>
            <p:cNvPr id="56" name="Google Shape;56;p6"/>
            <p:cNvGrpSpPr/>
            <p:nvPr/>
          </p:nvGrpSpPr>
          <p:grpSpPr>
            <a:xfrm>
              <a:off x="8129732" y="141350"/>
              <a:ext cx="1198155" cy="1292273"/>
              <a:chOff x="8129732" y="141350"/>
              <a:chExt cx="1198155" cy="1292273"/>
            </a:xfrm>
          </p:grpSpPr>
          <p:pic>
            <p:nvPicPr>
              <p:cNvPr id="57" name="Google Shape;57;p6"/>
              <p:cNvPicPr preferRelativeResize="0"/>
              <p:nvPr/>
            </p:nvPicPr>
            <p:blipFill>
              <a:blip r:embed="rId3">
                <a:alphaModFix/>
              </a:blip>
              <a:stretch>
                <a:fillRect/>
              </a:stretch>
            </p:blipFill>
            <p:spPr>
              <a:xfrm rot="9286028">
                <a:off x="8676337" y="257143"/>
                <a:ext cx="613719" cy="314843"/>
              </a:xfrm>
              <a:prstGeom prst="rect">
                <a:avLst/>
              </a:prstGeom>
              <a:noFill/>
              <a:ln>
                <a:noFill/>
              </a:ln>
            </p:spPr>
          </p:pic>
          <p:pic>
            <p:nvPicPr>
              <p:cNvPr id="58" name="Google Shape;58;p6"/>
              <p:cNvPicPr preferRelativeResize="0"/>
              <p:nvPr/>
            </p:nvPicPr>
            <p:blipFill>
              <a:blip r:embed="rId4">
                <a:alphaModFix/>
              </a:blip>
              <a:stretch>
                <a:fillRect/>
              </a:stretch>
            </p:blipFill>
            <p:spPr>
              <a:xfrm rot="4175318">
                <a:off x="8607571" y="961601"/>
                <a:ext cx="509831" cy="345670"/>
              </a:xfrm>
              <a:prstGeom prst="rect">
                <a:avLst/>
              </a:prstGeom>
              <a:noFill/>
              <a:ln>
                <a:noFill/>
              </a:ln>
            </p:spPr>
          </p:pic>
          <p:pic>
            <p:nvPicPr>
              <p:cNvPr id="59" name="Google Shape;59;p6"/>
              <p:cNvPicPr preferRelativeResize="0"/>
              <p:nvPr/>
            </p:nvPicPr>
            <p:blipFill>
              <a:blip r:embed="rId3">
                <a:alphaModFix/>
              </a:blip>
              <a:stretch>
                <a:fillRect/>
              </a:stretch>
            </p:blipFill>
            <p:spPr>
              <a:xfrm flipH="1" rot="-9959337">
                <a:off x="8155712" y="398389"/>
                <a:ext cx="550124" cy="282224"/>
              </a:xfrm>
              <a:prstGeom prst="rect">
                <a:avLst/>
              </a:prstGeom>
              <a:noFill/>
              <a:ln>
                <a:noFill/>
              </a:ln>
            </p:spPr>
          </p:pic>
        </p:grpSp>
      </p:grpSp>
      <p:sp>
        <p:nvSpPr>
          <p:cNvPr id="60" name="Google Shape;60;p6"/>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pic>
        <p:nvPicPr>
          <p:cNvPr id="62" name="Google Shape;62;p7"/>
          <p:cNvPicPr preferRelativeResize="0"/>
          <p:nvPr/>
        </p:nvPicPr>
        <p:blipFill rotWithShape="1">
          <a:blip r:embed="rId2">
            <a:alphaModFix/>
          </a:blip>
          <a:srcRect b="0" l="0" r="0" t="0"/>
          <a:stretch/>
        </p:blipFill>
        <p:spPr>
          <a:xfrm flipH="1" rot="10800000">
            <a:off x="0" y="0"/>
            <a:ext cx="9144000" cy="5143505"/>
          </a:xfrm>
          <a:prstGeom prst="rect">
            <a:avLst/>
          </a:prstGeom>
          <a:noFill/>
          <a:ln>
            <a:noFill/>
          </a:ln>
        </p:spPr>
      </p:pic>
      <p:sp>
        <p:nvSpPr>
          <p:cNvPr id="63" name="Google Shape;63;p7"/>
          <p:cNvSpPr txBox="1"/>
          <p:nvPr>
            <p:ph idx="1" type="subTitle"/>
          </p:nvPr>
        </p:nvSpPr>
        <p:spPr>
          <a:xfrm>
            <a:off x="1865550" y="2332097"/>
            <a:ext cx="3759900" cy="1958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4" name="Google Shape;64;p7"/>
          <p:cNvSpPr txBox="1"/>
          <p:nvPr>
            <p:ph type="title"/>
          </p:nvPr>
        </p:nvSpPr>
        <p:spPr>
          <a:xfrm>
            <a:off x="1865550" y="1210042"/>
            <a:ext cx="2620200" cy="1044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b="1"/>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 name="Google Shape;65;p7"/>
          <p:cNvSpPr/>
          <p:nvPr>
            <p:ph idx="2" type="pic"/>
          </p:nvPr>
        </p:nvSpPr>
        <p:spPr>
          <a:xfrm flipH="1">
            <a:off x="5274302" y="0"/>
            <a:ext cx="38697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68" name="Google Shape;68;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69" name="Google Shape;69;p8"/>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70" name="Google Shape;70;p8"/>
          <p:cNvGrpSpPr/>
          <p:nvPr/>
        </p:nvGrpSpPr>
        <p:grpSpPr>
          <a:xfrm>
            <a:off x="-243174" y="1190326"/>
            <a:ext cx="9567811" cy="3367763"/>
            <a:chOff x="-243174" y="1190326"/>
            <a:chExt cx="9567811" cy="3367763"/>
          </a:xfrm>
        </p:grpSpPr>
        <p:grpSp>
          <p:nvGrpSpPr>
            <p:cNvPr id="71" name="Google Shape;71;p8"/>
            <p:cNvGrpSpPr/>
            <p:nvPr/>
          </p:nvGrpSpPr>
          <p:grpSpPr>
            <a:xfrm flipH="1">
              <a:off x="8439976" y="2698962"/>
              <a:ext cx="884661" cy="1859128"/>
              <a:chOff x="-243174" y="2698962"/>
              <a:chExt cx="884661" cy="1859128"/>
            </a:xfrm>
          </p:grpSpPr>
          <p:pic>
            <p:nvPicPr>
              <p:cNvPr id="72" name="Google Shape;72;p8"/>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73" name="Google Shape;73;p8"/>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74" name="Google Shape;74;p8"/>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75" name="Google Shape;75;p8"/>
            <p:cNvGrpSpPr/>
            <p:nvPr/>
          </p:nvGrpSpPr>
          <p:grpSpPr>
            <a:xfrm flipH="1">
              <a:off x="-243174" y="1190326"/>
              <a:ext cx="957587" cy="1890598"/>
              <a:chOff x="8367050" y="1190326"/>
              <a:chExt cx="957587" cy="1890598"/>
            </a:xfrm>
          </p:grpSpPr>
          <p:pic>
            <p:nvPicPr>
              <p:cNvPr id="76" name="Google Shape;76;p8"/>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77" name="Google Shape;77;p8"/>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78" name="Google Shape;78;p8"/>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pic>
        <p:nvPicPr>
          <p:cNvPr id="80" name="Google Shape;80;p9"/>
          <p:cNvPicPr preferRelativeResize="0"/>
          <p:nvPr/>
        </p:nvPicPr>
        <p:blipFill>
          <a:blip r:embed="rId2">
            <a:alphaModFix/>
          </a:blip>
          <a:stretch>
            <a:fillRect/>
          </a:stretch>
        </p:blipFill>
        <p:spPr>
          <a:xfrm>
            <a:off x="0" y="0"/>
            <a:ext cx="9144000" cy="5143505"/>
          </a:xfrm>
          <a:prstGeom prst="rect">
            <a:avLst/>
          </a:prstGeom>
          <a:noFill/>
          <a:ln>
            <a:noFill/>
          </a:ln>
        </p:spPr>
      </p:pic>
      <p:sp>
        <p:nvSpPr>
          <p:cNvPr id="81" name="Google Shape;81;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2" name="Google Shape;82;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3" name="Google Shape;83;p9"/>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84" name="Google Shape;84;p9"/>
          <p:cNvGrpSpPr/>
          <p:nvPr/>
        </p:nvGrpSpPr>
        <p:grpSpPr>
          <a:xfrm>
            <a:off x="-243174" y="1190326"/>
            <a:ext cx="9567811" cy="3367763"/>
            <a:chOff x="-243174" y="1190326"/>
            <a:chExt cx="9567811" cy="3367763"/>
          </a:xfrm>
        </p:grpSpPr>
        <p:grpSp>
          <p:nvGrpSpPr>
            <p:cNvPr id="85" name="Google Shape;85;p9"/>
            <p:cNvGrpSpPr/>
            <p:nvPr/>
          </p:nvGrpSpPr>
          <p:grpSpPr>
            <a:xfrm flipH="1">
              <a:off x="8439976" y="2698962"/>
              <a:ext cx="884661" cy="1859128"/>
              <a:chOff x="-243174" y="2698962"/>
              <a:chExt cx="884661" cy="1859128"/>
            </a:xfrm>
          </p:grpSpPr>
          <p:pic>
            <p:nvPicPr>
              <p:cNvPr id="86" name="Google Shape;86;p9"/>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87" name="Google Shape;87;p9"/>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88" name="Google Shape;88;p9"/>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89" name="Google Shape;89;p9"/>
            <p:cNvGrpSpPr/>
            <p:nvPr/>
          </p:nvGrpSpPr>
          <p:grpSpPr>
            <a:xfrm flipH="1">
              <a:off x="-243174" y="1190326"/>
              <a:ext cx="957587" cy="1890598"/>
              <a:chOff x="8367050" y="1190326"/>
              <a:chExt cx="957587" cy="1890598"/>
            </a:xfrm>
          </p:grpSpPr>
          <p:pic>
            <p:nvPicPr>
              <p:cNvPr id="90" name="Google Shape;90;p9"/>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91" name="Google Shape;91;p9"/>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92" name="Google Shape;92;p9"/>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10"/>
          <p:cNvSpPr/>
          <p:nvPr>
            <p:ph idx="2" type="pic"/>
          </p:nvPr>
        </p:nvSpPr>
        <p:spPr>
          <a:xfrm>
            <a:off x="0" y="0"/>
            <a:ext cx="9144000" cy="5143500"/>
          </a:xfrm>
          <a:prstGeom prst="rect">
            <a:avLst/>
          </a:prstGeom>
          <a:noFill/>
          <a:ln>
            <a:noFill/>
          </a:ln>
        </p:spPr>
      </p:sp>
      <p:sp>
        <p:nvSpPr>
          <p:cNvPr id="95" name="Google Shape;95;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0" r="0" t="0"/>
          <a:stretch/>
        </p:blipFill>
        <p:spPr>
          <a:xfrm>
            <a:off x="0" y="0"/>
            <a:ext cx="9144000" cy="5143505"/>
          </a:xfrm>
          <a:prstGeom prst="rect">
            <a:avLst/>
          </a:prstGeom>
          <a:noFill/>
          <a:ln>
            <a:noFill/>
          </a:ln>
        </p:spPr>
      </p:pic>
      <p:sp>
        <p:nvSpPr>
          <p:cNvPr id="98" name="Google Shape;98;p11"/>
          <p:cNvSpPr txBox="1"/>
          <p:nvPr>
            <p:ph hasCustomPrompt="1" type="title"/>
          </p:nvPr>
        </p:nvSpPr>
        <p:spPr>
          <a:xfrm>
            <a:off x="1739400" y="1615906"/>
            <a:ext cx="5665200" cy="1140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9" name="Google Shape;99;p11"/>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00" name="Shape 10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1" name="Shape 101"/>
        <p:cNvGrpSpPr/>
        <p:nvPr/>
      </p:nvGrpSpPr>
      <p:grpSpPr>
        <a:xfrm>
          <a:off x="0" y="0"/>
          <a:ext cx="0" cy="0"/>
          <a:chOff x="0" y="0"/>
          <a:chExt cx="0" cy="0"/>
        </a:xfrm>
      </p:grpSpPr>
      <p:pic>
        <p:nvPicPr>
          <p:cNvPr id="102" name="Google Shape;102;p13"/>
          <p:cNvPicPr preferRelativeResize="0"/>
          <p:nvPr/>
        </p:nvPicPr>
        <p:blipFill>
          <a:blip r:embed="rId2">
            <a:alphaModFix/>
          </a:blip>
          <a:stretch>
            <a:fillRect/>
          </a:stretch>
        </p:blipFill>
        <p:spPr>
          <a:xfrm rot="10800000">
            <a:off x="0" y="0"/>
            <a:ext cx="9144000" cy="5143505"/>
          </a:xfrm>
          <a:prstGeom prst="rect">
            <a:avLst/>
          </a:prstGeom>
          <a:noFill/>
          <a:ln>
            <a:noFill/>
          </a:ln>
        </p:spPr>
      </p:pic>
      <p:sp>
        <p:nvSpPr>
          <p:cNvPr id="103" name="Google Shape;103;p13"/>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 name="Google Shape;104;p13"/>
          <p:cNvSpPr txBox="1"/>
          <p:nvPr>
            <p:ph hasCustomPrompt="1" idx="2" type="title"/>
          </p:nvPr>
        </p:nvSpPr>
        <p:spPr>
          <a:xfrm>
            <a:off x="1143425" y="1465400"/>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3" type="title"/>
          </p:nvPr>
        </p:nvSpPr>
        <p:spPr>
          <a:xfrm>
            <a:off x="1143425" y="3135346"/>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4" type="title"/>
          </p:nvPr>
        </p:nvSpPr>
        <p:spPr>
          <a:xfrm>
            <a:off x="3537900" y="1465400"/>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5" type="title"/>
          </p:nvPr>
        </p:nvSpPr>
        <p:spPr>
          <a:xfrm>
            <a:off x="3537900" y="3135346"/>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hasCustomPrompt="1" idx="6" type="title"/>
          </p:nvPr>
        </p:nvSpPr>
        <p:spPr>
          <a:xfrm>
            <a:off x="5932375" y="1465400"/>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p:nvPr>
            <p:ph hasCustomPrompt="1" idx="7" type="title"/>
          </p:nvPr>
        </p:nvSpPr>
        <p:spPr>
          <a:xfrm>
            <a:off x="5932375" y="3135346"/>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idx="1" type="subTitle"/>
          </p:nvPr>
        </p:nvSpPr>
        <p:spPr>
          <a:xfrm>
            <a:off x="1143425" y="1913002"/>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1" name="Google Shape;111;p13"/>
          <p:cNvSpPr txBox="1"/>
          <p:nvPr>
            <p:ph idx="8" type="subTitle"/>
          </p:nvPr>
        </p:nvSpPr>
        <p:spPr>
          <a:xfrm>
            <a:off x="3537900" y="1913002"/>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2" name="Google Shape;112;p13"/>
          <p:cNvSpPr txBox="1"/>
          <p:nvPr>
            <p:ph idx="9" type="subTitle"/>
          </p:nvPr>
        </p:nvSpPr>
        <p:spPr>
          <a:xfrm>
            <a:off x="5932375" y="1913002"/>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3" name="Google Shape;113;p13"/>
          <p:cNvSpPr txBox="1"/>
          <p:nvPr>
            <p:ph idx="13" type="subTitle"/>
          </p:nvPr>
        </p:nvSpPr>
        <p:spPr>
          <a:xfrm>
            <a:off x="1143425" y="3583024"/>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4" name="Google Shape;114;p13"/>
          <p:cNvSpPr txBox="1"/>
          <p:nvPr>
            <p:ph idx="14" type="subTitle"/>
          </p:nvPr>
        </p:nvSpPr>
        <p:spPr>
          <a:xfrm>
            <a:off x="3537900" y="3583024"/>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5" name="Google Shape;115;p13"/>
          <p:cNvSpPr txBox="1"/>
          <p:nvPr>
            <p:ph idx="15" type="subTitle"/>
          </p:nvPr>
        </p:nvSpPr>
        <p:spPr>
          <a:xfrm>
            <a:off x="5932375" y="3583024"/>
            <a:ext cx="2068200" cy="71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 name="Google Shape;116;p13"/>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117" name="Google Shape;117;p13"/>
          <p:cNvGrpSpPr/>
          <p:nvPr/>
        </p:nvGrpSpPr>
        <p:grpSpPr>
          <a:xfrm>
            <a:off x="-243174" y="1190326"/>
            <a:ext cx="9567811" cy="3367763"/>
            <a:chOff x="-243174" y="1190326"/>
            <a:chExt cx="9567811" cy="3367763"/>
          </a:xfrm>
        </p:grpSpPr>
        <p:grpSp>
          <p:nvGrpSpPr>
            <p:cNvPr id="118" name="Google Shape;118;p13"/>
            <p:cNvGrpSpPr/>
            <p:nvPr/>
          </p:nvGrpSpPr>
          <p:grpSpPr>
            <a:xfrm>
              <a:off x="-243174" y="2698962"/>
              <a:ext cx="884661" cy="1859128"/>
              <a:chOff x="-243174" y="2698962"/>
              <a:chExt cx="884661" cy="1859128"/>
            </a:xfrm>
          </p:grpSpPr>
          <p:pic>
            <p:nvPicPr>
              <p:cNvPr id="119" name="Google Shape;119;p13"/>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120" name="Google Shape;120;p13"/>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121" name="Google Shape;121;p13"/>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122" name="Google Shape;122;p13"/>
            <p:cNvGrpSpPr/>
            <p:nvPr/>
          </p:nvGrpSpPr>
          <p:grpSpPr>
            <a:xfrm>
              <a:off x="8367050" y="1190326"/>
              <a:ext cx="957587" cy="1890598"/>
              <a:chOff x="8367050" y="1190326"/>
              <a:chExt cx="957587" cy="1890598"/>
            </a:xfrm>
          </p:grpSpPr>
          <p:pic>
            <p:nvPicPr>
              <p:cNvPr id="123" name="Google Shape;123;p13"/>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124" name="Google Shape;124;p13"/>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125" name="Google Shape;125;p13"/>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26" name="Shape 126"/>
        <p:cNvGrpSpPr/>
        <p:nvPr/>
      </p:nvGrpSpPr>
      <p:grpSpPr>
        <a:xfrm>
          <a:off x="0" y="0"/>
          <a:ext cx="0" cy="0"/>
          <a:chOff x="0" y="0"/>
          <a:chExt cx="0" cy="0"/>
        </a:xfrm>
      </p:grpSpPr>
      <p:pic>
        <p:nvPicPr>
          <p:cNvPr id="127" name="Google Shape;127;p14"/>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128" name="Google Shape;128;p14"/>
          <p:cNvSpPr txBox="1"/>
          <p:nvPr>
            <p:ph type="title"/>
          </p:nvPr>
        </p:nvSpPr>
        <p:spPr>
          <a:xfrm>
            <a:off x="3733575" y="1996800"/>
            <a:ext cx="4275600" cy="640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9" name="Google Shape;129;p14"/>
          <p:cNvSpPr txBox="1"/>
          <p:nvPr>
            <p:ph idx="1" type="subTitle"/>
          </p:nvPr>
        </p:nvSpPr>
        <p:spPr>
          <a:xfrm>
            <a:off x="3733575" y="2609000"/>
            <a:ext cx="4275600" cy="693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0" name="Google Shape;130;p14"/>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131" name="Google Shape;131;p14"/>
          <p:cNvGrpSpPr/>
          <p:nvPr/>
        </p:nvGrpSpPr>
        <p:grpSpPr>
          <a:xfrm>
            <a:off x="-243174" y="1190326"/>
            <a:ext cx="9567811" cy="3367763"/>
            <a:chOff x="-243174" y="1190326"/>
            <a:chExt cx="9567811" cy="3367763"/>
          </a:xfrm>
        </p:grpSpPr>
        <p:grpSp>
          <p:nvGrpSpPr>
            <p:cNvPr id="132" name="Google Shape;132;p14"/>
            <p:cNvGrpSpPr/>
            <p:nvPr/>
          </p:nvGrpSpPr>
          <p:grpSpPr>
            <a:xfrm>
              <a:off x="-243174" y="2698962"/>
              <a:ext cx="884661" cy="1859128"/>
              <a:chOff x="-243174" y="2698962"/>
              <a:chExt cx="884661" cy="1859128"/>
            </a:xfrm>
          </p:grpSpPr>
          <p:pic>
            <p:nvPicPr>
              <p:cNvPr id="133" name="Google Shape;133;p14"/>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134" name="Google Shape;134;p14"/>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135" name="Google Shape;135;p14"/>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136" name="Google Shape;136;p14"/>
            <p:cNvGrpSpPr/>
            <p:nvPr/>
          </p:nvGrpSpPr>
          <p:grpSpPr>
            <a:xfrm>
              <a:off x="8367050" y="1190326"/>
              <a:ext cx="957587" cy="1890598"/>
              <a:chOff x="8367050" y="1190326"/>
              <a:chExt cx="957587" cy="1890598"/>
            </a:xfrm>
          </p:grpSpPr>
          <p:pic>
            <p:nvPicPr>
              <p:cNvPr id="137" name="Google Shape;137;p14"/>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138" name="Google Shape;138;p14"/>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139" name="Google Shape;139;p14"/>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0" name="Shape 140"/>
        <p:cNvGrpSpPr/>
        <p:nvPr/>
      </p:nvGrpSpPr>
      <p:grpSpPr>
        <a:xfrm>
          <a:off x="0" y="0"/>
          <a:ext cx="0" cy="0"/>
          <a:chOff x="0" y="0"/>
          <a:chExt cx="0" cy="0"/>
        </a:xfrm>
      </p:grpSpPr>
      <p:pic>
        <p:nvPicPr>
          <p:cNvPr id="141" name="Google Shape;141;p15"/>
          <p:cNvPicPr preferRelativeResize="0"/>
          <p:nvPr/>
        </p:nvPicPr>
        <p:blipFill>
          <a:blip r:embed="rId2">
            <a:alphaModFix/>
          </a:blip>
          <a:stretch>
            <a:fillRect/>
          </a:stretch>
        </p:blipFill>
        <p:spPr>
          <a:xfrm flipH="1" rot="10800000">
            <a:off x="0" y="0"/>
            <a:ext cx="9144000" cy="5143505"/>
          </a:xfrm>
          <a:prstGeom prst="rect">
            <a:avLst/>
          </a:prstGeom>
          <a:noFill/>
          <a:ln>
            <a:noFill/>
          </a:ln>
        </p:spPr>
      </p:pic>
      <p:sp>
        <p:nvSpPr>
          <p:cNvPr id="142" name="Google Shape;142;p15"/>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3" name="Google Shape;143;p15"/>
          <p:cNvSpPr txBox="1"/>
          <p:nvPr>
            <p:ph idx="1" type="body"/>
          </p:nvPr>
        </p:nvSpPr>
        <p:spPr>
          <a:xfrm>
            <a:off x="713225" y="1139550"/>
            <a:ext cx="3858900" cy="3464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144" name="Google Shape;144;p15"/>
          <p:cNvSpPr txBox="1"/>
          <p:nvPr>
            <p:ph idx="2" type="body"/>
          </p:nvPr>
        </p:nvSpPr>
        <p:spPr>
          <a:xfrm>
            <a:off x="4571975" y="1139550"/>
            <a:ext cx="3858900" cy="3464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145" name="Google Shape;145;p15"/>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146" name="Google Shape;146;p15"/>
          <p:cNvGrpSpPr/>
          <p:nvPr/>
        </p:nvGrpSpPr>
        <p:grpSpPr>
          <a:xfrm>
            <a:off x="-243174" y="1190326"/>
            <a:ext cx="9567811" cy="3367763"/>
            <a:chOff x="-243174" y="1190326"/>
            <a:chExt cx="9567811" cy="3367763"/>
          </a:xfrm>
        </p:grpSpPr>
        <p:grpSp>
          <p:nvGrpSpPr>
            <p:cNvPr id="147" name="Google Shape;147;p15"/>
            <p:cNvGrpSpPr/>
            <p:nvPr/>
          </p:nvGrpSpPr>
          <p:grpSpPr>
            <a:xfrm flipH="1">
              <a:off x="8439976" y="2698962"/>
              <a:ext cx="884661" cy="1859128"/>
              <a:chOff x="-243174" y="2698962"/>
              <a:chExt cx="884661" cy="1859128"/>
            </a:xfrm>
          </p:grpSpPr>
          <p:pic>
            <p:nvPicPr>
              <p:cNvPr id="148" name="Google Shape;148;p15"/>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149" name="Google Shape;149;p15"/>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150" name="Google Shape;150;p15"/>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151" name="Google Shape;151;p15"/>
            <p:cNvGrpSpPr/>
            <p:nvPr/>
          </p:nvGrpSpPr>
          <p:grpSpPr>
            <a:xfrm flipH="1">
              <a:off x="-243174" y="1190326"/>
              <a:ext cx="957587" cy="1890598"/>
              <a:chOff x="8367050" y="1190326"/>
              <a:chExt cx="957587" cy="1890598"/>
            </a:xfrm>
          </p:grpSpPr>
          <p:pic>
            <p:nvPicPr>
              <p:cNvPr id="152" name="Google Shape;152;p15"/>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153" name="Google Shape;153;p15"/>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154" name="Google Shape;154;p15"/>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5" name="Shape 155"/>
        <p:cNvGrpSpPr/>
        <p:nvPr/>
      </p:nvGrpSpPr>
      <p:grpSpPr>
        <a:xfrm>
          <a:off x="0" y="0"/>
          <a:ext cx="0" cy="0"/>
          <a:chOff x="0" y="0"/>
          <a:chExt cx="0" cy="0"/>
        </a:xfrm>
      </p:grpSpPr>
      <p:pic>
        <p:nvPicPr>
          <p:cNvPr id="156" name="Google Shape;156;p16"/>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157" name="Google Shape;157;p16"/>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8" name="Google Shape;158;p16"/>
          <p:cNvSpPr txBox="1"/>
          <p:nvPr>
            <p:ph idx="1" type="subTitle"/>
          </p:nvPr>
        </p:nvSpPr>
        <p:spPr>
          <a:xfrm>
            <a:off x="978050" y="2645038"/>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16"/>
          <p:cNvSpPr txBox="1"/>
          <p:nvPr>
            <p:ph idx="2" type="subTitle"/>
          </p:nvPr>
        </p:nvSpPr>
        <p:spPr>
          <a:xfrm>
            <a:off x="3473632" y="2645038"/>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0" name="Google Shape;160;p16"/>
          <p:cNvSpPr txBox="1"/>
          <p:nvPr>
            <p:ph idx="3" type="subTitle"/>
          </p:nvPr>
        </p:nvSpPr>
        <p:spPr>
          <a:xfrm>
            <a:off x="5969221" y="2645038"/>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16"/>
          <p:cNvSpPr txBox="1"/>
          <p:nvPr>
            <p:ph idx="4" type="subTitle"/>
          </p:nvPr>
        </p:nvSpPr>
        <p:spPr>
          <a:xfrm>
            <a:off x="978050" y="2035799"/>
            <a:ext cx="2196600" cy="612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2" name="Google Shape;162;p16"/>
          <p:cNvSpPr txBox="1"/>
          <p:nvPr>
            <p:ph idx="5" type="subTitle"/>
          </p:nvPr>
        </p:nvSpPr>
        <p:spPr>
          <a:xfrm>
            <a:off x="3473634" y="2035799"/>
            <a:ext cx="2196600" cy="612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3" name="Google Shape;163;p16"/>
          <p:cNvSpPr txBox="1"/>
          <p:nvPr>
            <p:ph idx="6" type="subTitle"/>
          </p:nvPr>
        </p:nvSpPr>
        <p:spPr>
          <a:xfrm>
            <a:off x="5969224" y="2035799"/>
            <a:ext cx="2196600" cy="612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4" name="Google Shape;164;p16"/>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165" name="Google Shape;165;p16"/>
          <p:cNvGrpSpPr/>
          <p:nvPr/>
        </p:nvGrpSpPr>
        <p:grpSpPr>
          <a:xfrm>
            <a:off x="-243174" y="1190326"/>
            <a:ext cx="9567811" cy="3367763"/>
            <a:chOff x="-243174" y="1190326"/>
            <a:chExt cx="9567811" cy="3367763"/>
          </a:xfrm>
        </p:grpSpPr>
        <p:grpSp>
          <p:nvGrpSpPr>
            <p:cNvPr id="166" name="Google Shape;166;p16"/>
            <p:cNvGrpSpPr/>
            <p:nvPr/>
          </p:nvGrpSpPr>
          <p:grpSpPr>
            <a:xfrm flipH="1">
              <a:off x="8439976" y="2698962"/>
              <a:ext cx="884661" cy="1859128"/>
              <a:chOff x="-243174" y="2698962"/>
              <a:chExt cx="884661" cy="1859128"/>
            </a:xfrm>
          </p:grpSpPr>
          <p:pic>
            <p:nvPicPr>
              <p:cNvPr id="167" name="Google Shape;167;p16"/>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168" name="Google Shape;168;p16"/>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169" name="Google Shape;169;p16"/>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170" name="Google Shape;170;p16"/>
            <p:cNvGrpSpPr/>
            <p:nvPr/>
          </p:nvGrpSpPr>
          <p:grpSpPr>
            <a:xfrm flipH="1">
              <a:off x="-243174" y="1190326"/>
              <a:ext cx="957587" cy="1890598"/>
              <a:chOff x="8367050" y="1190326"/>
              <a:chExt cx="957587" cy="1890598"/>
            </a:xfrm>
          </p:grpSpPr>
          <p:pic>
            <p:nvPicPr>
              <p:cNvPr id="171" name="Google Shape;171;p16"/>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172" name="Google Shape;172;p16"/>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173" name="Google Shape;173;p16"/>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4" name="Shape 174"/>
        <p:cNvGrpSpPr/>
        <p:nvPr/>
      </p:nvGrpSpPr>
      <p:grpSpPr>
        <a:xfrm>
          <a:off x="0" y="0"/>
          <a:ext cx="0" cy="0"/>
          <a:chOff x="0" y="0"/>
          <a:chExt cx="0" cy="0"/>
        </a:xfrm>
      </p:grpSpPr>
      <p:pic>
        <p:nvPicPr>
          <p:cNvPr id="175" name="Google Shape;175;p17"/>
          <p:cNvPicPr preferRelativeResize="0"/>
          <p:nvPr/>
        </p:nvPicPr>
        <p:blipFill>
          <a:blip r:embed="rId2">
            <a:alphaModFix/>
          </a:blip>
          <a:stretch>
            <a:fillRect/>
          </a:stretch>
        </p:blipFill>
        <p:spPr>
          <a:xfrm rot="10800000">
            <a:off x="0" y="0"/>
            <a:ext cx="9144000" cy="5143505"/>
          </a:xfrm>
          <a:prstGeom prst="rect">
            <a:avLst/>
          </a:prstGeom>
          <a:noFill/>
          <a:ln>
            <a:noFill/>
          </a:ln>
        </p:spPr>
      </p:pic>
      <p:sp>
        <p:nvSpPr>
          <p:cNvPr id="176" name="Google Shape;176;p17"/>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7" name="Google Shape;177;p17"/>
          <p:cNvSpPr txBox="1"/>
          <p:nvPr>
            <p:ph idx="1" type="subTitle"/>
          </p:nvPr>
        </p:nvSpPr>
        <p:spPr>
          <a:xfrm>
            <a:off x="1568578" y="1735294"/>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7"/>
          <p:cNvSpPr txBox="1"/>
          <p:nvPr>
            <p:ph idx="2" type="subTitle"/>
          </p:nvPr>
        </p:nvSpPr>
        <p:spPr>
          <a:xfrm>
            <a:off x="5242729" y="1735294"/>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7"/>
          <p:cNvSpPr txBox="1"/>
          <p:nvPr>
            <p:ph idx="3" type="subTitle"/>
          </p:nvPr>
        </p:nvSpPr>
        <p:spPr>
          <a:xfrm>
            <a:off x="1568577" y="3395869"/>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0" name="Google Shape;180;p17"/>
          <p:cNvSpPr txBox="1"/>
          <p:nvPr>
            <p:ph idx="4" type="subTitle"/>
          </p:nvPr>
        </p:nvSpPr>
        <p:spPr>
          <a:xfrm>
            <a:off x="5242729" y="3395869"/>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1" name="Google Shape;181;p17"/>
          <p:cNvSpPr txBox="1"/>
          <p:nvPr>
            <p:ph idx="5" type="subTitle"/>
          </p:nvPr>
        </p:nvSpPr>
        <p:spPr>
          <a:xfrm>
            <a:off x="1568577"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2" name="Google Shape;182;p17"/>
          <p:cNvSpPr txBox="1"/>
          <p:nvPr>
            <p:ph idx="6" type="subTitle"/>
          </p:nvPr>
        </p:nvSpPr>
        <p:spPr>
          <a:xfrm>
            <a:off x="1568577"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3" name="Google Shape;183;p17"/>
          <p:cNvSpPr txBox="1"/>
          <p:nvPr>
            <p:ph idx="7" type="subTitle"/>
          </p:nvPr>
        </p:nvSpPr>
        <p:spPr>
          <a:xfrm>
            <a:off x="5242702"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4" name="Google Shape;184;p17"/>
          <p:cNvSpPr txBox="1"/>
          <p:nvPr>
            <p:ph idx="8" type="subTitle"/>
          </p:nvPr>
        </p:nvSpPr>
        <p:spPr>
          <a:xfrm>
            <a:off x="5242702"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17"/>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186" name="Google Shape;186;p17"/>
          <p:cNvGrpSpPr/>
          <p:nvPr/>
        </p:nvGrpSpPr>
        <p:grpSpPr>
          <a:xfrm>
            <a:off x="-111161" y="141350"/>
            <a:ext cx="9439048" cy="5076262"/>
            <a:chOff x="-111161" y="141350"/>
            <a:chExt cx="9439048" cy="5076262"/>
          </a:xfrm>
        </p:grpSpPr>
        <p:grpSp>
          <p:nvGrpSpPr>
            <p:cNvPr id="187" name="Google Shape;187;p17"/>
            <p:cNvGrpSpPr/>
            <p:nvPr/>
          </p:nvGrpSpPr>
          <p:grpSpPr>
            <a:xfrm>
              <a:off x="-111161" y="3885688"/>
              <a:ext cx="1138997" cy="1331924"/>
              <a:chOff x="-111161" y="3885688"/>
              <a:chExt cx="1138997" cy="1331924"/>
            </a:xfrm>
          </p:grpSpPr>
          <p:pic>
            <p:nvPicPr>
              <p:cNvPr id="188" name="Google Shape;188;p17"/>
              <p:cNvPicPr preferRelativeResize="0"/>
              <p:nvPr/>
            </p:nvPicPr>
            <p:blipFill>
              <a:blip r:embed="rId3">
                <a:alphaModFix/>
              </a:blip>
              <a:stretch>
                <a:fillRect/>
              </a:stretch>
            </p:blipFill>
            <p:spPr>
              <a:xfrm flipH="1" rot="247688">
                <a:off x="-100624" y="4625694"/>
                <a:ext cx="613720" cy="314845"/>
              </a:xfrm>
              <a:prstGeom prst="rect">
                <a:avLst/>
              </a:prstGeom>
              <a:noFill/>
              <a:ln>
                <a:noFill/>
              </a:ln>
            </p:spPr>
          </p:pic>
          <p:pic>
            <p:nvPicPr>
              <p:cNvPr id="189" name="Google Shape;189;p17"/>
              <p:cNvPicPr preferRelativeResize="0"/>
              <p:nvPr/>
            </p:nvPicPr>
            <p:blipFill>
              <a:blip r:embed="rId4">
                <a:alphaModFix/>
              </a:blip>
              <a:stretch>
                <a:fillRect/>
              </a:stretch>
            </p:blipFill>
            <p:spPr>
              <a:xfrm flipH="1" rot="-4159656">
                <a:off x="644272" y="4859990"/>
                <a:ext cx="386000" cy="261708"/>
              </a:xfrm>
              <a:prstGeom prst="rect">
                <a:avLst/>
              </a:prstGeom>
              <a:noFill/>
              <a:ln>
                <a:noFill/>
              </a:ln>
            </p:spPr>
          </p:pic>
          <p:pic>
            <p:nvPicPr>
              <p:cNvPr id="190" name="Google Shape;190;p17"/>
              <p:cNvPicPr preferRelativeResize="0"/>
              <p:nvPr/>
            </p:nvPicPr>
            <p:blipFill>
              <a:blip r:embed="rId4">
                <a:alphaModFix/>
              </a:blip>
              <a:stretch>
                <a:fillRect/>
              </a:stretch>
            </p:blipFill>
            <p:spPr>
              <a:xfrm flipH="1" rot="391316">
                <a:off x="-32495" y="3911758"/>
                <a:ext cx="477490" cy="323710"/>
              </a:xfrm>
              <a:prstGeom prst="rect">
                <a:avLst/>
              </a:prstGeom>
              <a:noFill/>
              <a:ln>
                <a:noFill/>
              </a:ln>
            </p:spPr>
          </p:pic>
        </p:grpSp>
        <p:grpSp>
          <p:nvGrpSpPr>
            <p:cNvPr id="191" name="Google Shape;191;p17"/>
            <p:cNvGrpSpPr/>
            <p:nvPr/>
          </p:nvGrpSpPr>
          <p:grpSpPr>
            <a:xfrm>
              <a:off x="8129732" y="141350"/>
              <a:ext cx="1198155" cy="1292273"/>
              <a:chOff x="8129732" y="141350"/>
              <a:chExt cx="1198155" cy="1292273"/>
            </a:xfrm>
          </p:grpSpPr>
          <p:pic>
            <p:nvPicPr>
              <p:cNvPr id="192" name="Google Shape;192;p17"/>
              <p:cNvPicPr preferRelativeResize="0"/>
              <p:nvPr/>
            </p:nvPicPr>
            <p:blipFill>
              <a:blip r:embed="rId3">
                <a:alphaModFix/>
              </a:blip>
              <a:stretch>
                <a:fillRect/>
              </a:stretch>
            </p:blipFill>
            <p:spPr>
              <a:xfrm rot="9286028">
                <a:off x="8676337" y="257143"/>
                <a:ext cx="613719" cy="314843"/>
              </a:xfrm>
              <a:prstGeom prst="rect">
                <a:avLst/>
              </a:prstGeom>
              <a:noFill/>
              <a:ln>
                <a:noFill/>
              </a:ln>
            </p:spPr>
          </p:pic>
          <p:pic>
            <p:nvPicPr>
              <p:cNvPr id="193" name="Google Shape;193;p17"/>
              <p:cNvPicPr preferRelativeResize="0"/>
              <p:nvPr/>
            </p:nvPicPr>
            <p:blipFill>
              <a:blip r:embed="rId4">
                <a:alphaModFix/>
              </a:blip>
              <a:stretch>
                <a:fillRect/>
              </a:stretch>
            </p:blipFill>
            <p:spPr>
              <a:xfrm rot="4175318">
                <a:off x="8607571" y="961601"/>
                <a:ext cx="509831" cy="345670"/>
              </a:xfrm>
              <a:prstGeom prst="rect">
                <a:avLst/>
              </a:prstGeom>
              <a:noFill/>
              <a:ln>
                <a:noFill/>
              </a:ln>
            </p:spPr>
          </p:pic>
          <p:pic>
            <p:nvPicPr>
              <p:cNvPr id="194" name="Google Shape;194;p17"/>
              <p:cNvPicPr preferRelativeResize="0"/>
              <p:nvPr/>
            </p:nvPicPr>
            <p:blipFill>
              <a:blip r:embed="rId3">
                <a:alphaModFix/>
              </a:blip>
              <a:stretch>
                <a:fillRect/>
              </a:stretch>
            </p:blipFill>
            <p:spPr>
              <a:xfrm flipH="1" rot="-9959337">
                <a:off x="8155712" y="398389"/>
                <a:ext cx="550124" cy="282224"/>
              </a:xfrm>
              <a:prstGeom prst="rect">
                <a:avLst/>
              </a:prstGeom>
              <a:noFill/>
              <a:ln>
                <a:noFill/>
              </a:ln>
            </p:spPr>
          </p:pic>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5" name="Shape 195"/>
        <p:cNvGrpSpPr/>
        <p:nvPr/>
      </p:nvGrpSpPr>
      <p:grpSpPr>
        <a:xfrm>
          <a:off x="0" y="0"/>
          <a:ext cx="0" cy="0"/>
          <a:chOff x="0" y="0"/>
          <a:chExt cx="0" cy="0"/>
        </a:xfrm>
      </p:grpSpPr>
      <p:pic>
        <p:nvPicPr>
          <p:cNvPr id="196" name="Google Shape;196;p18"/>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197" name="Google Shape;197;p18"/>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8" name="Google Shape;198;p18"/>
          <p:cNvSpPr txBox="1"/>
          <p:nvPr>
            <p:ph idx="1" type="subTitle"/>
          </p:nvPr>
        </p:nvSpPr>
        <p:spPr>
          <a:xfrm>
            <a:off x="1330253" y="1542168"/>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18"/>
          <p:cNvSpPr txBox="1"/>
          <p:nvPr>
            <p:ph idx="2" type="subTitle"/>
          </p:nvPr>
        </p:nvSpPr>
        <p:spPr>
          <a:xfrm>
            <a:off x="1330216" y="2713367"/>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18"/>
          <p:cNvSpPr txBox="1"/>
          <p:nvPr>
            <p:ph idx="3" type="subTitle"/>
          </p:nvPr>
        </p:nvSpPr>
        <p:spPr>
          <a:xfrm>
            <a:off x="5041228" y="1542168"/>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1" name="Google Shape;201;p18"/>
          <p:cNvSpPr txBox="1"/>
          <p:nvPr>
            <p:ph idx="4" type="subTitle"/>
          </p:nvPr>
        </p:nvSpPr>
        <p:spPr>
          <a:xfrm>
            <a:off x="5041191" y="2713367"/>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2" name="Google Shape;202;p18"/>
          <p:cNvSpPr txBox="1"/>
          <p:nvPr>
            <p:ph idx="5" type="subTitle"/>
          </p:nvPr>
        </p:nvSpPr>
        <p:spPr>
          <a:xfrm>
            <a:off x="1330216" y="3884566"/>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3" name="Google Shape;203;p18"/>
          <p:cNvSpPr txBox="1"/>
          <p:nvPr>
            <p:ph idx="6" type="subTitle"/>
          </p:nvPr>
        </p:nvSpPr>
        <p:spPr>
          <a:xfrm>
            <a:off x="5041191" y="3884566"/>
            <a:ext cx="3235800" cy="69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4" name="Google Shape;204;p18"/>
          <p:cNvSpPr txBox="1"/>
          <p:nvPr>
            <p:ph idx="7" type="subTitle"/>
          </p:nvPr>
        </p:nvSpPr>
        <p:spPr>
          <a:xfrm>
            <a:off x="1330247" y="1204300"/>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5" name="Google Shape;205;p18"/>
          <p:cNvSpPr txBox="1"/>
          <p:nvPr>
            <p:ph idx="8" type="subTitle"/>
          </p:nvPr>
        </p:nvSpPr>
        <p:spPr>
          <a:xfrm>
            <a:off x="1330222" y="2376075"/>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6" name="Google Shape;206;p18"/>
          <p:cNvSpPr txBox="1"/>
          <p:nvPr>
            <p:ph idx="9" type="subTitle"/>
          </p:nvPr>
        </p:nvSpPr>
        <p:spPr>
          <a:xfrm>
            <a:off x="1330222" y="3548098"/>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7" name="Google Shape;207;p18"/>
          <p:cNvSpPr txBox="1"/>
          <p:nvPr>
            <p:ph idx="13" type="subTitle"/>
          </p:nvPr>
        </p:nvSpPr>
        <p:spPr>
          <a:xfrm>
            <a:off x="5041222" y="1204300"/>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8" name="Google Shape;208;p18"/>
          <p:cNvSpPr txBox="1"/>
          <p:nvPr>
            <p:ph idx="14" type="subTitle"/>
          </p:nvPr>
        </p:nvSpPr>
        <p:spPr>
          <a:xfrm>
            <a:off x="5041197" y="2376075"/>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9" name="Google Shape;209;p18"/>
          <p:cNvSpPr txBox="1"/>
          <p:nvPr>
            <p:ph idx="15" type="subTitle"/>
          </p:nvPr>
        </p:nvSpPr>
        <p:spPr>
          <a:xfrm>
            <a:off x="5041197" y="3548098"/>
            <a:ext cx="3235800" cy="342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Noto Sans"/>
                <a:ea typeface="Noto Sans"/>
                <a:cs typeface="Noto Sans"/>
                <a:sym typeface="Noto Sa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0" name="Google Shape;210;p18"/>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211" name="Google Shape;211;p18"/>
          <p:cNvGrpSpPr/>
          <p:nvPr/>
        </p:nvGrpSpPr>
        <p:grpSpPr>
          <a:xfrm>
            <a:off x="-243174" y="1190326"/>
            <a:ext cx="9567811" cy="3367763"/>
            <a:chOff x="-243174" y="1190326"/>
            <a:chExt cx="9567811" cy="3367763"/>
          </a:xfrm>
        </p:grpSpPr>
        <p:grpSp>
          <p:nvGrpSpPr>
            <p:cNvPr id="212" name="Google Shape;212;p18"/>
            <p:cNvGrpSpPr/>
            <p:nvPr/>
          </p:nvGrpSpPr>
          <p:grpSpPr>
            <a:xfrm>
              <a:off x="-243174" y="2698962"/>
              <a:ext cx="884661" cy="1859128"/>
              <a:chOff x="-243174" y="2698962"/>
              <a:chExt cx="884661" cy="1859128"/>
            </a:xfrm>
          </p:grpSpPr>
          <p:pic>
            <p:nvPicPr>
              <p:cNvPr id="213" name="Google Shape;213;p18"/>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214" name="Google Shape;214;p18"/>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215" name="Google Shape;215;p18"/>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216" name="Google Shape;216;p18"/>
            <p:cNvGrpSpPr/>
            <p:nvPr/>
          </p:nvGrpSpPr>
          <p:grpSpPr>
            <a:xfrm>
              <a:off x="8367050" y="1190326"/>
              <a:ext cx="957587" cy="1890598"/>
              <a:chOff x="8367050" y="1190326"/>
              <a:chExt cx="957587" cy="1890598"/>
            </a:xfrm>
          </p:grpSpPr>
          <p:pic>
            <p:nvPicPr>
              <p:cNvPr id="217" name="Google Shape;217;p18"/>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218" name="Google Shape;218;p18"/>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219" name="Google Shape;219;p18"/>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20" name="Shape 220"/>
        <p:cNvGrpSpPr/>
        <p:nvPr/>
      </p:nvGrpSpPr>
      <p:grpSpPr>
        <a:xfrm>
          <a:off x="0" y="0"/>
          <a:ext cx="0" cy="0"/>
          <a:chOff x="0" y="0"/>
          <a:chExt cx="0" cy="0"/>
        </a:xfrm>
      </p:grpSpPr>
      <p:pic>
        <p:nvPicPr>
          <p:cNvPr id="221" name="Google Shape;221;p19"/>
          <p:cNvPicPr preferRelativeResize="0"/>
          <p:nvPr/>
        </p:nvPicPr>
        <p:blipFill>
          <a:blip r:embed="rId2">
            <a:alphaModFix/>
          </a:blip>
          <a:stretch>
            <a:fillRect/>
          </a:stretch>
        </p:blipFill>
        <p:spPr>
          <a:xfrm flipH="1" rot="10800000">
            <a:off x="0" y="0"/>
            <a:ext cx="9144000" cy="5143505"/>
          </a:xfrm>
          <a:prstGeom prst="rect">
            <a:avLst/>
          </a:prstGeom>
          <a:noFill/>
          <a:ln>
            <a:noFill/>
          </a:ln>
        </p:spPr>
      </p:pic>
      <p:sp>
        <p:nvSpPr>
          <p:cNvPr id="222" name="Google Shape;222;p19"/>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223" name="Google Shape;223;p19"/>
          <p:cNvGrpSpPr/>
          <p:nvPr/>
        </p:nvGrpSpPr>
        <p:grpSpPr>
          <a:xfrm>
            <a:off x="-169050" y="-209886"/>
            <a:ext cx="9518026" cy="5421338"/>
            <a:chOff x="-169050" y="-209886"/>
            <a:chExt cx="9518026" cy="5421338"/>
          </a:xfrm>
        </p:grpSpPr>
        <p:grpSp>
          <p:nvGrpSpPr>
            <p:cNvPr id="224" name="Google Shape;224;p19"/>
            <p:cNvGrpSpPr/>
            <p:nvPr/>
          </p:nvGrpSpPr>
          <p:grpSpPr>
            <a:xfrm>
              <a:off x="7969764" y="3735783"/>
              <a:ext cx="1379213" cy="1475669"/>
              <a:chOff x="7969764" y="3735783"/>
              <a:chExt cx="1379213" cy="1475669"/>
            </a:xfrm>
          </p:grpSpPr>
          <p:pic>
            <p:nvPicPr>
              <p:cNvPr id="225" name="Google Shape;225;p19"/>
              <p:cNvPicPr preferRelativeResize="0"/>
              <p:nvPr/>
            </p:nvPicPr>
            <p:blipFill>
              <a:blip r:embed="rId3">
                <a:alphaModFix/>
              </a:blip>
              <a:stretch>
                <a:fillRect/>
              </a:stretch>
            </p:blipFill>
            <p:spPr>
              <a:xfrm flipH="1" rot="-10604233">
                <a:off x="8327263" y="3752993"/>
                <a:ext cx="613717" cy="314844"/>
              </a:xfrm>
              <a:prstGeom prst="rect">
                <a:avLst/>
              </a:prstGeom>
              <a:noFill/>
              <a:ln>
                <a:noFill/>
              </a:ln>
            </p:spPr>
          </p:pic>
          <p:pic>
            <p:nvPicPr>
              <p:cNvPr id="226" name="Google Shape;226;p19"/>
              <p:cNvPicPr preferRelativeResize="0"/>
              <p:nvPr/>
            </p:nvPicPr>
            <p:blipFill>
              <a:blip r:embed="rId4">
                <a:alphaModFix/>
              </a:blip>
              <a:stretch>
                <a:fillRect/>
              </a:stretch>
            </p:blipFill>
            <p:spPr>
              <a:xfrm rot="4211357">
                <a:off x="7964354" y="4781604"/>
                <a:ext cx="465066" cy="315292"/>
              </a:xfrm>
              <a:prstGeom prst="rect">
                <a:avLst/>
              </a:prstGeom>
              <a:noFill/>
              <a:ln>
                <a:noFill/>
              </a:ln>
            </p:spPr>
          </p:pic>
          <p:pic>
            <p:nvPicPr>
              <p:cNvPr id="227" name="Google Shape;227;p19"/>
              <p:cNvPicPr preferRelativeResize="0"/>
              <p:nvPr/>
            </p:nvPicPr>
            <p:blipFill>
              <a:blip r:embed="rId3">
                <a:alphaModFix/>
              </a:blip>
              <a:stretch>
                <a:fillRect/>
              </a:stretch>
            </p:blipFill>
            <p:spPr>
              <a:xfrm rot="9481179">
                <a:off x="8553319" y="4309526"/>
                <a:ext cx="760790" cy="334052"/>
              </a:xfrm>
              <a:prstGeom prst="rect">
                <a:avLst/>
              </a:prstGeom>
              <a:noFill/>
              <a:ln>
                <a:noFill/>
              </a:ln>
            </p:spPr>
          </p:pic>
        </p:grpSp>
        <p:grpSp>
          <p:nvGrpSpPr>
            <p:cNvPr id="228" name="Google Shape;228;p19"/>
            <p:cNvGrpSpPr/>
            <p:nvPr/>
          </p:nvGrpSpPr>
          <p:grpSpPr>
            <a:xfrm>
              <a:off x="-169050" y="-209886"/>
              <a:ext cx="1372950" cy="1506788"/>
              <a:chOff x="-169050" y="-209886"/>
              <a:chExt cx="1372950" cy="1506788"/>
            </a:xfrm>
          </p:grpSpPr>
          <p:pic>
            <p:nvPicPr>
              <p:cNvPr id="229" name="Google Shape;229;p19"/>
              <p:cNvPicPr preferRelativeResize="0"/>
              <p:nvPr/>
            </p:nvPicPr>
            <p:blipFill>
              <a:blip r:embed="rId3">
                <a:alphaModFix/>
              </a:blip>
              <a:stretch>
                <a:fillRect/>
              </a:stretch>
            </p:blipFill>
            <p:spPr>
              <a:xfrm rot="10800000">
                <a:off x="-169050" y="114419"/>
                <a:ext cx="613720" cy="314843"/>
              </a:xfrm>
              <a:prstGeom prst="rect">
                <a:avLst/>
              </a:prstGeom>
              <a:noFill/>
              <a:ln>
                <a:noFill/>
              </a:ln>
            </p:spPr>
          </p:pic>
          <p:pic>
            <p:nvPicPr>
              <p:cNvPr id="230" name="Google Shape;230;p19"/>
              <p:cNvPicPr preferRelativeResize="0"/>
              <p:nvPr/>
            </p:nvPicPr>
            <p:blipFill>
              <a:blip r:embed="rId4">
                <a:alphaModFix/>
              </a:blip>
              <a:stretch>
                <a:fillRect/>
              </a:stretch>
            </p:blipFill>
            <p:spPr>
              <a:xfrm rot="10275401">
                <a:off x="-54658" y="938783"/>
                <a:ext cx="477491" cy="323709"/>
              </a:xfrm>
              <a:prstGeom prst="rect">
                <a:avLst/>
              </a:prstGeom>
              <a:noFill/>
              <a:ln>
                <a:noFill/>
              </a:ln>
            </p:spPr>
          </p:pic>
          <p:pic>
            <p:nvPicPr>
              <p:cNvPr id="231" name="Google Shape;231;p19"/>
              <p:cNvPicPr preferRelativeResize="0"/>
              <p:nvPr/>
            </p:nvPicPr>
            <p:blipFill>
              <a:blip r:embed="rId4">
                <a:alphaModFix/>
              </a:blip>
              <a:stretch>
                <a:fillRect/>
              </a:stretch>
            </p:blipFill>
            <p:spPr>
              <a:xfrm rot="-6828724">
                <a:off x="565862" y="-48916"/>
                <a:ext cx="630477" cy="427436"/>
              </a:xfrm>
              <a:prstGeom prst="rect">
                <a:avLst/>
              </a:prstGeom>
              <a:noFill/>
              <a:ln>
                <a:noFill/>
              </a:ln>
            </p:spPr>
          </p:pic>
        </p:grpSp>
      </p:grpSp>
      <p:sp>
        <p:nvSpPr>
          <p:cNvPr id="232" name="Google Shape;232;p19"/>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33" name="Shape 233"/>
        <p:cNvGrpSpPr/>
        <p:nvPr/>
      </p:nvGrpSpPr>
      <p:grpSpPr>
        <a:xfrm>
          <a:off x="0" y="0"/>
          <a:ext cx="0" cy="0"/>
          <a:chOff x="0" y="0"/>
          <a:chExt cx="0" cy="0"/>
        </a:xfrm>
      </p:grpSpPr>
      <p:pic>
        <p:nvPicPr>
          <p:cNvPr id="234" name="Google Shape;234;p20"/>
          <p:cNvPicPr preferRelativeResize="0"/>
          <p:nvPr/>
        </p:nvPicPr>
        <p:blipFill>
          <a:blip r:embed="rId2">
            <a:alphaModFix/>
          </a:blip>
          <a:stretch>
            <a:fillRect/>
          </a:stretch>
        </p:blipFill>
        <p:spPr>
          <a:xfrm flipH="1">
            <a:off x="0" y="0"/>
            <a:ext cx="9144000" cy="5143505"/>
          </a:xfrm>
          <a:prstGeom prst="rect">
            <a:avLst/>
          </a:prstGeom>
          <a:noFill/>
          <a:ln>
            <a:noFill/>
          </a:ln>
        </p:spPr>
      </p:pic>
      <p:sp>
        <p:nvSpPr>
          <p:cNvPr id="235" name="Google Shape;235;p20"/>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236" name="Google Shape;236;p20"/>
          <p:cNvGrpSpPr/>
          <p:nvPr/>
        </p:nvGrpSpPr>
        <p:grpSpPr>
          <a:xfrm>
            <a:off x="-243174" y="1190326"/>
            <a:ext cx="9567811" cy="3367763"/>
            <a:chOff x="-243174" y="1190326"/>
            <a:chExt cx="9567811" cy="3367763"/>
          </a:xfrm>
        </p:grpSpPr>
        <p:grpSp>
          <p:nvGrpSpPr>
            <p:cNvPr id="237" name="Google Shape;237;p20"/>
            <p:cNvGrpSpPr/>
            <p:nvPr/>
          </p:nvGrpSpPr>
          <p:grpSpPr>
            <a:xfrm>
              <a:off x="-243174" y="2698962"/>
              <a:ext cx="884661" cy="1859128"/>
              <a:chOff x="-243174" y="2698962"/>
              <a:chExt cx="884661" cy="1859128"/>
            </a:xfrm>
          </p:grpSpPr>
          <p:pic>
            <p:nvPicPr>
              <p:cNvPr id="238" name="Google Shape;238;p20"/>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239" name="Google Shape;239;p20"/>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240" name="Google Shape;240;p20"/>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241" name="Google Shape;241;p20"/>
            <p:cNvGrpSpPr/>
            <p:nvPr/>
          </p:nvGrpSpPr>
          <p:grpSpPr>
            <a:xfrm>
              <a:off x="8367050" y="1190326"/>
              <a:ext cx="957587" cy="1890598"/>
              <a:chOff x="8367050" y="1190326"/>
              <a:chExt cx="957587" cy="1890598"/>
            </a:xfrm>
          </p:grpSpPr>
          <p:pic>
            <p:nvPicPr>
              <p:cNvPr id="242" name="Google Shape;242;p20"/>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243" name="Google Shape;243;p20"/>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244" name="Google Shape;244;p20"/>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
        <p:nvSpPr>
          <p:cNvPr id="245" name="Google Shape;245;p20"/>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246" name="Shape 246"/>
        <p:cNvGrpSpPr/>
        <p:nvPr/>
      </p:nvGrpSpPr>
      <p:grpSpPr>
        <a:xfrm>
          <a:off x="0" y="0"/>
          <a:ext cx="0" cy="0"/>
          <a:chOff x="0" y="0"/>
          <a:chExt cx="0" cy="0"/>
        </a:xfrm>
      </p:grpSpPr>
      <p:pic>
        <p:nvPicPr>
          <p:cNvPr id="247" name="Google Shape;247;p21"/>
          <p:cNvPicPr preferRelativeResize="0"/>
          <p:nvPr/>
        </p:nvPicPr>
        <p:blipFill>
          <a:blip r:embed="rId2">
            <a:alphaModFix/>
          </a:blip>
          <a:stretch>
            <a:fillRect/>
          </a:stretch>
        </p:blipFill>
        <p:spPr>
          <a:xfrm rot="10800000">
            <a:off x="0" y="0"/>
            <a:ext cx="9144000" cy="5143505"/>
          </a:xfrm>
          <a:prstGeom prst="rect">
            <a:avLst/>
          </a:prstGeom>
          <a:noFill/>
          <a:ln>
            <a:noFill/>
          </a:ln>
        </p:spPr>
      </p:pic>
      <p:sp>
        <p:nvSpPr>
          <p:cNvPr id="248" name="Google Shape;248;p21"/>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sp>
        <p:nvSpPr>
          <p:cNvPr id="249" name="Google Shape;249;p21"/>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50" name="Google Shape;250;p21"/>
          <p:cNvGrpSpPr/>
          <p:nvPr/>
        </p:nvGrpSpPr>
        <p:grpSpPr>
          <a:xfrm>
            <a:off x="-243174" y="1190326"/>
            <a:ext cx="9567811" cy="3367763"/>
            <a:chOff x="-243174" y="1190326"/>
            <a:chExt cx="9567811" cy="3367763"/>
          </a:xfrm>
        </p:grpSpPr>
        <p:grpSp>
          <p:nvGrpSpPr>
            <p:cNvPr id="251" name="Google Shape;251;p21"/>
            <p:cNvGrpSpPr/>
            <p:nvPr/>
          </p:nvGrpSpPr>
          <p:grpSpPr>
            <a:xfrm flipH="1">
              <a:off x="8439976" y="2698962"/>
              <a:ext cx="884661" cy="1859128"/>
              <a:chOff x="-243174" y="2698962"/>
              <a:chExt cx="884661" cy="1859128"/>
            </a:xfrm>
          </p:grpSpPr>
          <p:pic>
            <p:nvPicPr>
              <p:cNvPr id="252" name="Google Shape;252;p21"/>
              <p:cNvPicPr preferRelativeResize="0"/>
              <p:nvPr/>
            </p:nvPicPr>
            <p:blipFill>
              <a:blip r:embed="rId3">
                <a:alphaModFix/>
              </a:blip>
              <a:stretch>
                <a:fillRect/>
              </a:stretch>
            </p:blipFill>
            <p:spPr>
              <a:xfrm rot="-2163305">
                <a:off x="-209300" y="4092794"/>
                <a:ext cx="613720" cy="314844"/>
              </a:xfrm>
              <a:prstGeom prst="rect">
                <a:avLst/>
              </a:prstGeom>
              <a:noFill/>
              <a:ln>
                <a:noFill/>
              </a:ln>
            </p:spPr>
          </p:pic>
          <p:pic>
            <p:nvPicPr>
              <p:cNvPr id="253" name="Google Shape;253;p21"/>
              <p:cNvPicPr preferRelativeResize="0"/>
              <p:nvPr/>
            </p:nvPicPr>
            <p:blipFill>
              <a:blip r:embed="rId4">
                <a:alphaModFix/>
              </a:blip>
              <a:stretch>
                <a:fillRect/>
              </a:stretch>
            </p:blipFill>
            <p:spPr>
              <a:xfrm flipH="1" rot="858812">
                <a:off x="156672" y="2742615"/>
                <a:ext cx="386000" cy="261708"/>
              </a:xfrm>
              <a:prstGeom prst="rect">
                <a:avLst/>
              </a:prstGeom>
              <a:noFill/>
              <a:ln>
                <a:noFill/>
              </a:ln>
            </p:spPr>
          </p:pic>
          <p:pic>
            <p:nvPicPr>
              <p:cNvPr id="254" name="Google Shape;254;p21"/>
              <p:cNvPicPr preferRelativeResize="0"/>
              <p:nvPr/>
            </p:nvPicPr>
            <p:blipFill>
              <a:blip r:embed="rId4">
                <a:alphaModFix/>
              </a:blip>
              <a:stretch>
                <a:fillRect/>
              </a:stretch>
            </p:blipFill>
            <p:spPr>
              <a:xfrm rot="-391316">
                <a:off x="147155" y="3172433"/>
                <a:ext cx="477490" cy="323710"/>
              </a:xfrm>
              <a:prstGeom prst="rect">
                <a:avLst/>
              </a:prstGeom>
              <a:noFill/>
              <a:ln>
                <a:noFill/>
              </a:ln>
            </p:spPr>
          </p:pic>
        </p:grpSp>
        <p:grpSp>
          <p:nvGrpSpPr>
            <p:cNvPr id="255" name="Google Shape;255;p21"/>
            <p:cNvGrpSpPr/>
            <p:nvPr/>
          </p:nvGrpSpPr>
          <p:grpSpPr>
            <a:xfrm flipH="1">
              <a:off x="-243174" y="1190326"/>
              <a:ext cx="957587" cy="1890598"/>
              <a:chOff x="8367050" y="1190326"/>
              <a:chExt cx="957587" cy="1890598"/>
            </a:xfrm>
          </p:grpSpPr>
          <p:pic>
            <p:nvPicPr>
              <p:cNvPr id="256" name="Google Shape;256;p21"/>
              <p:cNvPicPr preferRelativeResize="0"/>
              <p:nvPr/>
            </p:nvPicPr>
            <p:blipFill>
              <a:blip r:embed="rId3">
                <a:alphaModFix/>
              </a:blip>
              <a:stretch>
                <a:fillRect/>
              </a:stretch>
            </p:blipFill>
            <p:spPr>
              <a:xfrm rot="6912888">
                <a:off x="8518037" y="2578818"/>
                <a:ext cx="613720" cy="314843"/>
              </a:xfrm>
              <a:prstGeom prst="rect">
                <a:avLst/>
              </a:prstGeom>
              <a:noFill/>
              <a:ln>
                <a:noFill/>
              </a:ln>
            </p:spPr>
          </p:pic>
          <p:pic>
            <p:nvPicPr>
              <p:cNvPr id="257" name="Google Shape;257;p21"/>
              <p:cNvPicPr preferRelativeResize="0"/>
              <p:nvPr/>
            </p:nvPicPr>
            <p:blipFill>
              <a:blip r:embed="rId4">
                <a:alphaModFix/>
              </a:blip>
              <a:stretch>
                <a:fillRect/>
              </a:stretch>
            </p:blipFill>
            <p:spPr>
              <a:xfrm flipH="1" rot="858812">
                <a:off x="8393409" y="1703715"/>
                <a:ext cx="386000" cy="261708"/>
              </a:xfrm>
              <a:prstGeom prst="rect">
                <a:avLst/>
              </a:prstGeom>
              <a:noFill/>
              <a:ln>
                <a:noFill/>
              </a:ln>
            </p:spPr>
          </p:pic>
          <p:pic>
            <p:nvPicPr>
              <p:cNvPr id="258" name="Google Shape;258;p21"/>
              <p:cNvPicPr preferRelativeResize="0"/>
              <p:nvPr/>
            </p:nvPicPr>
            <p:blipFill>
              <a:blip r:embed="rId4">
                <a:alphaModFix/>
              </a:blip>
              <a:stretch>
                <a:fillRect/>
              </a:stretch>
            </p:blipFill>
            <p:spPr>
              <a:xfrm rot="-694079">
                <a:off x="8832678" y="1233754"/>
                <a:ext cx="465067" cy="315292"/>
              </a:xfrm>
              <a:prstGeom prst="rect">
                <a:avLst/>
              </a:prstGeom>
              <a:noFill/>
              <a:ln>
                <a:noFill/>
              </a:ln>
            </p:spPr>
          </p:pic>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9" name="Shape 259"/>
        <p:cNvGrpSpPr/>
        <p:nvPr/>
      </p:nvGrpSpPr>
      <p:grpSpPr>
        <a:xfrm>
          <a:off x="0" y="0"/>
          <a:ext cx="0" cy="0"/>
          <a:chOff x="0" y="0"/>
          <a:chExt cx="0" cy="0"/>
        </a:xfrm>
      </p:grpSpPr>
      <p:pic>
        <p:nvPicPr>
          <p:cNvPr id="260" name="Google Shape;260;p22"/>
          <p:cNvPicPr preferRelativeResize="0"/>
          <p:nvPr/>
        </p:nvPicPr>
        <p:blipFill rotWithShape="1">
          <a:blip r:embed="rId2">
            <a:alphaModFix/>
          </a:blip>
          <a:srcRect b="0" l="0" r="0" t="0"/>
          <a:stretch/>
        </p:blipFill>
        <p:spPr>
          <a:xfrm flipH="1" rot="10800000">
            <a:off x="0" y="0"/>
            <a:ext cx="9144000" cy="5143505"/>
          </a:xfrm>
          <a:prstGeom prst="rect">
            <a:avLst/>
          </a:prstGeom>
          <a:noFill/>
          <a:ln>
            <a:noFill/>
          </a:ln>
        </p:spPr>
      </p:pic>
      <p:pic>
        <p:nvPicPr>
          <p:cNvPr id="261" name="Google Shape;261;p22"/>
          <p:cNvPicPr preferRelativeResize="0"/>
          <p:nvPr/>
        </p:nvPicPr>
        <p:blipFill rotWithShape="1">
          <a:blip r:embed="rId3">
            <a:alphaModFix/>
          </a:blip>
          <a:srcRect b="0" l="0" r="0" t="21036"/>
          <a:stretch/>
        </p:blipFill>
        <p:spPr>
          <a:xfrm>
            <a:off x="1648518" y="0"/>
            <a:ext cx="5987852" cy="5143498"/>
          </a:xfrm>
          <a:prstGeom prst="rect">
            <a:avLst/>
          </a:prstGeom>
          <a:noFill/>
          <a:ln>
            <a:noFill/>
          </a:ln>
        </p:spPr>
      </p:pic>
      <p:sp>
        <p:nvSpPr>
          <p:cNvPr id="262" name="Google Shape;262;p22"/>
          <p:cNvSpPr txBox="1"/>
          <p:nvPr>
            <p:ph type="title"/>
          </p:nvPr>
        </p:nvSpPr>
        <p:spPr>
          <a:xfrm>
            <a:off x="2760600" y="599700"/>
            <a:ext cx="3622800" cy="91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3" name="Google Shape;263;p22"/>
          <p:cNvSpPr txBox="1"/>
          <p:nvPr>
            <p:ph idx="1" type="subTitle"/>
          </p:nvPr>
        </p:nvSpPr>
        <p:spPr>
          <a:xfrm>
            <a:off x="2760600" y="1535478"/>
            <a:ext cx="3622800" cy="124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4" name="Google Shape;264;p22"/>
          <p:cNvSpPr txBox="1"/>
          <p:nvPr/>
        </p:nvSpPr>
        <p:spPr>
          <a:xfrm>
            <a:off x="2760600" y="3571774"/>
            <a:ext cx="3622800" cy="556200"/>
          </a:xfrm>
          <a:prstGeom prst="rect">
            <a:avLst/>
          </a:prstGeom>
          <a:noFill/>
          <a:ln>
            <a:noFill/>
          </a:ln>
        </p:spPr>
        <p:txBody>
          <a:bodyPr anchorCtr="0" anchor="t" bIns="91425" lIns="182875" spcFirstLastPara="1" rIns="182875" wrap="square" tIns="0">
            <a:noAutofit/>
          </a:bodyPr>
          <a:lstStyle/>
          <a:p>
            <a:pPr indent="0" lvl="0" marL="0" rtl="0" algn="ctr">
              <a:spcBef>
                <a:spcPts val="300"/>
              </a:spcBef>
              <a:spcAft>
                <a:spcPts val="0"/>
              </a:spcAft>
              <a:buNone/>
            </a:pPr>
            <a:r>
              <a:rPr b="1" lang="en" sz="1000">
                <a:solidFill>
                  <a:schemeClr val="dk1"/>
                </a:solidFill>
                <a:latin typeface="Heebo"/>
                <a:ea typeface="Heebo"/>
                <a:cs typeface="Heebo"/>
                <a:sym typeface="Heebo"/>
              </a:rPr>
              <a:t>CREDITS: </a:t>
            </a:r>
            <a:r>
              <a:rPr lang="en" sz="1000">
                <a:solidFill>
                  <a:schemeClr val="dk1"/>
                </a:solidFill>
                <a:latin typeface="Heebo"/>
                <a:ea typeface="Heebo"/>
                <a:cs typeface="Heebo"/>
                <a:sym typeface="Heebo"/>
              </a:rPr>
              <a:t>This presentation template was created by </a:t>
            </a:r>
            <a:r>
              <a:rPr b="1" lang="en" sz="1000" u="sng">
                <a:solidFill>
                  <a:schemeClr val="dk1"/>
                </a:solidFill>
                <a:latin typeface="Heebo"/>
                <a:ea typeface="Heebo"/>
                <a:cs typeface="Heebo"/>
                <a:sym typeface="Heebo"/>
                <a:hlinkClick r:id="rId4">
                  <a:extLst>
                    <a:ext uri="{A12FA001-AC4F-418D-AE19-62706E023703}">
                      <ahyp:hlinkClr val="tx"/>
                    </a:ext>
                  </a:extLst>
                </a:hlinkClick>
              </a:rPr>
              <a:t>Slidesgo</a:t>
            </a:r>
            <a:r>
              <a:rPr lang="en" sz="1000">
                <a:solidFill>
                  <a:schemeClr val="dk1"/>
                </a:solidFill>
                <a:latin typeface="Heebo"/>
                <a:ea typeface="Heebo"/>
                <a:cs typeface="Heebo"/>
                <a:sym typeface="Heebo"/>
              </a:rPr>
              <a:t>, and includes icons by </a:t>
            </a:r>
            <a:r>
              <a:rPr b="1" lang="en" sz="1000" u="sng">
                <a:solidFill>
                  <a:schemeClr val="dk1"/>
                </a:solidFill>
                <a:latin typeface="Heebo"/>
                <a:ea typeface="Heebo"/>
                <a:cs typeface="Heebo"/>
                <a:sym typeface="Heebo"/>
                <a:hlinkClick r:id="rId5">
                  <a:extLst>
                    <a:ext uri="{A12FA001-AC4F-418D-AE19-62706E023703}">
                      <ahyp:hlinkClr val="tx"/>
                    </a:ext>
                  </a:extLst>
                </a:hlinkClick>
              </a:rPr>
              <a:t>Flaticon</a:t>
            </a:r>
            <a:r>
              <a:rPr lang="en" sz="1000">
                <a:solidFill>
                  <a:schemeClr val="dk1"/>
                </a:solidFill>
                <a:latin typeface="Heebo"/>
                <a:ea typeface="Heebo"/>
                <a:cs typeface="Heebo"/>
                <a:sym typeface="Heebo"/>
              </a:rPr>
              <a:t>, and infographics &amp; images by </a:t>
            </a:r>
            <a:r>
              <a:rPr b="1" lang="en" sz="1000" u="sng">
                <a:solidFill>
                  <a:schemeClr val="dk1"/>
                </a:solidFill>
                <a:latin typeface="Heebo"/>
                <a:ea typeface="Heebo"/>
                <a:cs typeface="Heebo"/>
                <a:sym typeface="Heebo"/>
                <a:hlinkClick r:id="rId6">
                  <a:extLst>
                    <a:ext uri="{A12FA001-AC4F-418D-AE19-62706E023703}">
                      <ahyp:hlinkClr val="tx"/>
                    </a:ext>
                  </a:extLst>
                </a:hlinkClick>
              </a:rPr>
              <a:t>Freepik</a:t>
            </a:r>
            <a:r>
              <a:rPr lang="en" sz="1000">
                <a:solidFill>
                  <a:schemeClr val="dk1"/>
                </a:solidFill>
                <a:latin typeface="Heebo"/>
                <a:ea typeface="Heebo"/>
                <a:cs typeface="Heebo"/>
                <a:sym typeface="Heebo"/>
              </a:rPr>
              <a:t> </a:t>
            </a:r>
            <a:endParaRPr sz="1000">
              <a:solidFill>
                <a:schemeClr val="dk1"/>
              </a:solidFill>
              <a:latin typeface="Heebo"/>
              <a:ea typeface="Heebo"/>
              <a:cs typeface="Heebo"/>
              <a:sym typeface="Heeb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pic>
        <p:nvPicPr>
          <p:cNvPr id="266" name="Google Shape;266;p23"/>
          <p:cNvPicPr preferRelativeResize="0"/>
          <p:nvPr/>
        </p:nvPicPr>
        <p:blipFill rotWithShape="1">
          <a:blip r:embed="rId2">
            <a:alphaModFix/>
          </a:blip>
          <a:srcRect b="0" l="0" r="0" t="0"/>
          <a:stretch/>
        </p:blipFill>
        <p:spPr>
          <a:xfrm flipH="1" rot="10800000">
            <a:off x="0" y="0"/>
            <a:ext cx="9144000" cy="5143505"/>
          </a:xfrm>
          <a:prstGeom prst="rect">
            <a:avLst/>
          </a:prstGeom>
          <a:noFill/>
          <a:ln>
            <a:noFill/>
          </a:ln>
        </p:spPr>
      </p:pic>
      <p:pic>
        <p:nvPicPr>
          <p:cNvPr id="267" name="Google Shape;267;p23"/>
          <p:cNvPicPr preferRelativeResize="0"/>
          <p:nvPr/>
        </p:nvPicPr>
        <p:blipFill rotWithShape="1">
          <a:blip r:embed="rId3">
            <a:alphaModFix/>
          </a:blip>
          <a:srcRect b="428" l="56496" r="2099" t="-40"/>
          <a:stretch/>
        </p:blipFill>
        <p:spPr>
          <a:xfrm rot="5400000">
            <a:off x="2300524" y="-2300527"/>
            <a:ext cx="4557824" cy="915887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68" name="Shape 268"/>
        <p:cNvGrpSpPr/>
        <p:nvPr/>
      </p:nvGrpSpPr>
      <p:grpSpPr>
        <a:xfrm>
          <a:off x="0" y="0"/>
          <a:ext cx="0" cy="0"/>
          <a:chOff x="0" y="0"/>
          <a:chExt cx="0" cy="0"/>
        </a:xfrm>
      </p:grpSpPr>
      <p:pic>
        <p:nvPicPr>
          <p:cNvPr id="269" name="Google Shape;269;p24"/>
          <p:cNvPicPr preferRelativeResize="0"/>
          <p:nvPr/>
        </p:nvPicPr>
        <p:blipFill>
          <a:blip r:embed="rId2">
            <a:alphaModFix/>
          </a:blip>
          <a:stretch>
            <a:fillRect/>
          </a:stretch>
        </p:blipFill>
        <p:spPr>
          <a:xfrm rot="10800000">
            <a:off x="0" y="0"/>
            <a:ext cx="9144000" cy="5143505"/>
          </a:xfrm>
          <a:prstGeom prst="rect">
            <a:avLst/>
          </a:prstGeom>
          <a:noFill/>
          <a:ln>
            <a:noFill/>
          </a:ln>
        </p:spPr>
      </p:pic>
      <p:sp>
        <p:nvSpPr>
          <p:cNvPr id="270" name="Google Shape;270;p24"/>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grpSp>
        <p:nvGrpSpPr>
          <p:cNvPr id="271" name="Google Shape;271;p24"/>
          <p:cNvGrpSpPr/>
          <p:nvPr/>
        </p:nvGrpSpPr>
        <p:grpSpPr>
          <a:xfrm>
            <a:off x="-111161" y="141350"/>
            <a:ext cx="9439048" cy="5076262"/>
            <a:chOff x="-111161" y="141350"/>
            <a:chExt cx="9439048" cy="5076262"/>
          </a:xfrm>
        </p:grpSpPr>
        <p:grpSp>
          <p:nvGrpSpPr>
            <p:cNvPr id="272" name="Google Shape;272;p24"/>
            <p:cNvGrpSpPr/>
            <p:nvPr/>
          </p:nvGrpSpPr>
          <p:grpSpPr>
            <a:xfrm>
              <a:off x="-111161" y="3885688"/>
              <a:ext cx="1138997" cy="1331924"/>
              <a:chOff x="-111161" y="3885688"/>
              <a:chExt cx="1138997" cy="1331924"/>
            </a:xfrm>
          </p:grpSpPr>
          <p:pic>
            <p:nvPicPr>
              <p:cNvPr id="273" name="Google Shape;273;p24"/>
              <p:cNvPicPr preferRelativeResize="0"/>
              <p:nvPr/>
            </p:nvPicPr>
            <p:blipFill>
              <a:blip r:embed="rId3">
                <a:alphaModFix/>
              </a:blip>
              <a:stretch>
                <a:fillRect/>
              </a:stretch>
            </p:blipFill>
            <p:spPr>
              <a:xfrm flipH="1" rot="247688">
                <a:off x="-100624" y="4625694"/>
                <a:ext cx="613720" cy="314845"/>
              </a:xfrm>
              <a:prstGeom prst="rect">
                <a:avLst/>
              </a:prstGeom>
              <a:noFill/>
              <a:ln>
                <a:noFill/>
              </a:ln>
            </p:spPr>
          </p:pic>
          <p:pic>
            <p:nvPicPr>
              <p:cNvPr id="274" name="Google Shape;274;p24"/>
              <p:cNvPicPr preferRelativeResize="0"/>
              <p:nvPr/>
            </p:nvPicPr>
            <p:blipFill>
              <a:blip r:embed="rId4">
                <a:alphaModFix/>
              </a:blip>
              <a:stretch>
                <a:fillRect/>
              </a:stretch>
            </p:blipFill>
            <p:spPr>
              <a:xfrm flipH="1" rot="-4159656">
                <a:off x="644272" y="4859990"/>
                <a:ext cx="386000" cy="261708"/>
              </a:xfrm>
              <a:prstGeom prst="rect">
                <a:avLst/>
              </a:prstGeom>
              <a:noFill/>
              <a:ln>
                <a:noFill/>
              </a:ln>
            </p:spPr>
          </p:pic>
          <p:pic>
            <p:nvPicPr>
              <p:cNvPr id="275" name="Google Shape;275;p24"/>
              <p:cNvPicPr preferRelativeResize="0"/>
              <p:nvPr/>
            </p:nvPicPr>
            <p:blipFill>
              <a:blip r:embed="rId4">
                <a:alphaModFix/>
              </a:blip>
              <a:stretch>
                <a:fillRect/>
              </a:stretch>
            </p:blipFill>
            <p:spPr>
              <a:xfrm flipH="1" rot="391316">
                <a:off x="-32495" y="3911758"/>
                <a:ext cx="477490" cy="323710"/>
              </a:xfrm>
              <a:prstGeom prst="rect">
                <a:avLst/>
              </a:prstGeom>
              <a:noFill/>
              <a:ln>
                <a:noFill/>
              </a:ln>
            </p:spPr>
          </p:pic>
        </p:grpSp>
        <p:grpSp>
          <p:nvGrpSpPr>
            <p:cNvPr id="276" name="Google Shape;276;p24"/>
            <p:cNvGrpSpPr/>
            <p:nvPr/>
          </p:nvGrpSpPr>
          <p:grpSpPr>
            <a:xfrm>
              <a:off x="8129732" y="141350"/>
              <a:ext cx="1198155" cy="1292273"/>
              <a:chOff x="8129732" y="141350"/>
              <a:chExt cx="1198155" cy="1292273"/>
            </a:xfrm>
          </p:grpSpPr>
          <p:pic>
            <p:nvPicPr>
              <p:cNvPr id="277" name="Google Shape;277;p24"/>
              <p:cNvPicPr preferRelativeResize="0"/>
              <p:nvPr/>
            </p:nvPicPr>
            <p:blipFill>
              <a:blip r:embed="rId3">
                <a:alphaModFix/>
              </a:blip>
              <a:stretch>
                <a:fillRect/>
              </a:stretch>
            </p:blipFill>
            <p:spPr>
              <a:xfrm rot="9286028">
                <a:off x="8676337" y="257143"/>
                <a:ext cx="613719" cy="314843"/>
              </a:xfrm>
              <a:prstGeom prst="rect">
                <a:avLst/>
              </a:prstGeom>
              <a:noFill/>
              <a:ln>
                <a:noFill/>
              </a:ln>
            </p:spPr>
          </p:pic>
          <p:pic>
            <p:nvPicPr>
              <p:cNvPr id="278" name="Google Shape;278;p24"/>
              <p:cNvPicPr preferRelativeResize="0"/>
              <p:nvPr/>
            </p:nvPicPr>
            <p:blipFill>
              <a:blip r:embed="rId4">
                <a:alphaModFix/>
              </a:blip>
              <a:stretch>
                <a:fillRect/>
              </a:stretch>
            </p:blipFill>
            <p:spPr>
              <a:xfrm rot="4175318">
                <a:off x="8607571" y="961601"/>
                <a:ext cx="509831" cy="345670"/>
              </a:xfrm>
              <a:prstGeom prst="rect">
                <a:avLst/>
              </a:prstGeom>
              <a:noFill/>
              <a:ln>
                <a:noFill/>
              </a:ln>
            </p:spPr>
          </p:pic>
          <p:pic>
            <p:nvPicPr>
              <p:cNvPr id="279" name="Google Shape;279;p24"/>
              <p:cNvPicPr preferRelativeResize="0"/>
              <p:nvPr/>
            </p:nvPicPr>
            <p:blipFill>
              <a:blip r:embed="rId3">
                <a:alphaModFix/>
              </a:blip>
              <a:stretch>
                <a:fillRect/>
              </a:stretch>
            </p:blipFill>
            <p:spPr>
              <a:xfrm flipH="1" rot="-9959337">
                <a:off x="8155712" y="398389"/>
                <a:ext cx="550124" cy="282224"/>
              </a:xfrm>
              <a:prstGeom prst="rect">
                <a:avLst/>
              </a:prstGeom>
              <a:noFill/>
              <a:ln>
                <a:noFill/>
              </a:ln>
            </p:spPr>
          </p:pic>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29281"/>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1pPr>
            <a:lvl2pPr lvl="1"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2pPr>
            <a:lvl3pPr lvl="2"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3pPr>
            <a:lvl4pPr lvl="3"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4pPr>
            <a:lvl5pPr lvl="4"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5pPr>
            <a:lvl6pPr lvl="5"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6pPr>
            <a:lvl7pPr lvl="6"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7pPr>
            <a:lvl8pPr lvl="7"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8pPr>
            <a:lvl9pPr lvl="8" rtl="0">
              <a:spcBef>
                <a:spcPts val="0"/>
              </a:spcBef>
              <a:spcAft>
                <a:spcPts val="0"/>
              </a:spcAft>
              <a:buClr>
                <a:schemeClr val="dk1"/>
              </a:buClr>
              <a:buSzPts val="3000"/>
              <a:buFont typeface="Noto Sans"/>
              <a:buNone/>
              <a:defRPr b="1" sz="3000">
                <a:solidFill>
                  <a:schemeClr val="dk1"/>
                </a:solidFill>
                <a:latin typeface="Noto Sans"/>
                <a:ea typeface="Noto Sans"/>
                <a:cs typeface="Noto Sans"/>
                <a:sym typeface="Noto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1pPr>
            <a:lvl2pPr indent="-304800" lvl="1" marL="9144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2pPr>
            <a:lvl3pPr indent="-304800" lvl="2" marL="13716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3pPr>
            <a:lvl4pPr indent="-304800" lvl="3" marL="1828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4pPr>
            <a:lvl5pPr indent="-304800" lvl="4" marL="22860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5pPr>
            <a:lvl6pPr indent="-304800" lvl="5" marL="27432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6pPr>
            <a:lvl7pPr indent="-304800" lvl="6" marL="32004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7pPr>
            <a:lvl8pPr indent="-304800" lvl="7" marL="36576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8pPr>
            <a:lvl9pPr indent="-304800" lvl="8" marL="411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8.jp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jpg"/><Relationship Id="rId4" Type="http://schemas.openxmlformats.org/officeDocument/2006/relationships/image" Target="../media/image23.png"/><Relationship Id="rId5" Type="http://schemas.openxmlformats.org/officeDocument/2006/relationships/image" Target="../media/image1.png"/><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20.png"/><Relationship Id="rId7"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pic>
        <p:nvPicPr>
          <p:cNvPr id="284" name="Google Shape;284;p25"/>
          <p:cNvPicPr preferRelativeResize="0"/>
          <p:nvPr/>
        </p:nvPicPr>
        <p:blipFill rotWithShape="1">
          <a:blip r:embed="rId3">
            <a:alphaModFix/>
          </a:blip>
          <a:srcRect b="428" l="56496" r="2099" t="-40"/>
          <a:stretch/>
        </p:blipFill>
        <p:spPr>
          <a:xfrm rot="5400000">
            <a:off x="2300524" y="-2300527"/>
            <a:ext cx="4557824" cy="9158876"/>
          </a:xfrm>
          <a:prstGeom prst="rect">
            <a:avLst/>
          </a:prstGeom>
          <a:noFill/>
          <a:ln>
            <a:noFill/>
          </a:ln>
        </p:spPr>
      </p:pic>
      <p:sp>
        <p:nvSpPr>
          <p:cNvPr id="285" name="Google Shape;285;p25"/>
          <p:cNvSpPr txBox="1"/>
          <p:nvPr>
            <p:ph type="ctrTitle"/>
          </p:nvPr>
        </p:nvSpPr>
        <p:spPr>
          <a:xfrm>
            <a:off x="1567500" y="1033400"/>
            <a:ext cx="6009000" cy="2816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4300">
                <a:solidFill>
                  <a:srgbClr val="000000"/>
                </a:solidFill>
                <a:latin typeface="Arial"/>
                <a:ea typeface="Arial"/>
                <a:cs typeface="Arial"/>
                <a:sym typeface="Arial"/>
              </a:rPr>
              <a:t>Project Name: Seasonal Agriculture Performance Analysis</a:t>
            </a:r>
            <a:endParaRPr sz="43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286" name="Google Shape;286;p25"/>
          <p:cNvSpPr txBox="1"/>
          <p:nvPr>
            <p:ph idx="1" type="subTitle"/>
          </p:nvPr>
        </p:nvSpPr>
        <p:spPr>
          <a:xfrm>
            <a:off x="1567500" y="3183410"/>
            <a:ext cx="6009000" cy="7695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900"/>
              <a:t>NAME: MRUNALI SAYAJI MINDE</a:t>
            </a:r>
            <a:endParaRPr sz="1900"/>
          </a:p>
          <a:p>
            <a:pPr indent="0" lvl="0" marL="0" marR="0" rtl="0" algn="ctr">
              <a:lnSpc>
                <a:spcPct val="100000"/>
              </a:lnSpc>
              <a:spcBef>
                <a:spcPts val="0"/>
              </a:spcBef>
              <a:spcAft>
                <a:spcPts val="0"/>
              </a:spcAft>
              <a:buNone/>
            </a:pPr>
            <a:r>
              <a:rPr lang="en" sz="1900"/>
              <a:t>AICTE ID : </a:t>
            </a:r>
            <a:r>
              <a:rPr lang="en" sz="1900"/>
              <a:t>STU6a633feae3b6b1784889322</a:t>
            </a:r>
            <a:endParaRPr sz="2500">
              <a:highlight>
                <a:schemeClr val="lt1"/>
              </a:highlight>
            </a:endParaRPr>
          </a:p>
        </p:txBody>
      </p:sp>
      <p:grpSp>
        <p:nvGrpSpPr>
          <p:cNvPr id="287" name="Google Shape;287;p25"/>
          <p:cNvGrpSpPr/>
          <p:nvPr/>
        </p:nvGrpSpPr>
        <p:grpSpPr>
          <a:xfrm>
            <a:off x="431294" y="2504189"/>
            <a:ext cx="1026406" cy="1295362"/>
            <a:chOff x="431294" y="2504189"/>
            <a:chExt cx="1026406" cy="1295362"/>
          </a:xfrm>
        </p:grpSpPr>
        <p:pic>
          <p:nvPicPr>
            <p:cNvPr id="288" name="Google Shape;288;p25"/>
            <p:cNvPicPr preferRelativeResize="0"/>
            <p:nvPr/>
          </p:nvPicPr>
          <p:blipFill>
            <a:blip r:embed="rId4">
              <a:alphaModFix/>
            </a:blip>
            <a:stretch>
              <a:fillRect/>
            </a:stretch>
          </p:blipFill>
          <p:spPr>
            <a:xfrm rot="-981703">
              <a:off x="463212" y="2584256"/>
              <a:ext cx="613719" cy="314843"/>
            </a:xfrm>
            <a:prstGeom prst="rect">
              <a:avLst/>
            </a:prstGeom>
            <a:noFill/>
            <a:ln>
              <a:noFill/>
            </a:ln>
          </p:spPr>
        </p:pic>
        <p:pic>
          <p:nvPicPr>
            <p:cNvPr id="289" name="Google Shape;289;p25"/>
            <p:cNvPicPr preferRelativeResize="0"/>
            <p:nvPr/>
          </p:nvPicPr>
          <p:blipFill>
            <a:blip r:embed="rId5">
              <a:alphaModFix/>
            </a:blip>
            <a:stretch>
              <a:fillRect/>
            </a:stretch>
          </p:blipFill>
          <p:spPr>
            <a:xfrm flipH="1" rot="858812">
              <a:off x="629784" y="3494190"/>
              <a:ext cx="386000" cy="261708"/>
            </a:xfrm>
            <a:prstGeom prst="rect">
              <a:avLst/>
            </a:prstGeom>
            <a:noFill/>
            <a:ln>
              <a:noFill/>
            </a:ln>
          </p:spPr>
        </p:pic>
        <p:pic>
          <p:nvPicPr>
            <p:cNvPr id="290" name="Google Shape;290;p25"/>
            <p:cNvPicPr preferRelativeResize="0"/>
            <p:nvPr/>
          </p:nvPicPr>
          <p:blipFill>
            <a:blip r:embed="rId5">
              <a:alphaModFix/>
            </a:blip>
            <a:stretch>
              <a:fillRect/>
            </a:stretch>
          </p:blipFill>
          <p:spPr>
            <a:xfrm rot="-391316">
              <a:off x="963367" y="2983095"/>
              <a:ext cx="477490" cy="323710"/>
            </a:xfrm>
            <a:prstGeom prst="rect">
              <a:avLst/>
            </a:prstGeom>
            <a:noFill/>
            <a:ln>
              <a:noFill/>
            </a:ln>
          </p:spPr>
        </p:pic>
      </p:grpSp>
      <p:grpSp>
        <p:nvGrpSpPr>
          <p:cNvPr id="291" name="Google Shape;291;p25"/>
          <p:cNvGrpSpPr/>
          <p:nvPr/>
        </p:nvGrpSpPr>
        <p:grpSpPr>
          <a:xfrm>
            <a:off x="7820337" y="851201"/>
            <a:ext cx="866121" cy="1594998"/>
            <a:chOff x="7820337" y="851201"/>
            <a:chExt cx="866121" cy="1594998"/>
          </a:xfrm>
        </p:grpSpPr>
        <p:pic>
          <p:nvPicPr>
            <p:cNvPr id="292" name="Google Shape;292;p25"/>
            <p:cNvPicPr preferRelativeResize="0"/>
            <p:nvPr/>
          </p:nvPicPr>
          <p:blipFill>
            <a:blip r:embed="rId4">
              <a:alphaModFix/>
            </a:blip>
            <a:stretch>
              <a:fillRect/>
            </a:stretch>
          </p:blipFill>
          <p:spPr>
            <a:xfrm rot="6912888">
              <a:off x="8106450" y="1944093"/>
              <a:ext cx="613720" cy="314843"/>
            </a:xfrm>
            <a:prstGeom prst="rect">
              <a:avLst/>
            </a:prstGeom>
            <a:noFill/>
            <a:ln>
              <a:noFill/>
            </a:ln>
          </p:spPr>
        </p:pic>
        <p:pic>
          <p:nvPicPr>
            <p:cNvPr id="293" name="Google Shape;293;p25"/>
            <p:cNvPicPr preferRelativeResize="0"/>
            <p:nvPr/>
          </p:nvPicPr>
          <p:blipFill>
            <a:blip r:embed="rId5">
              <a:alphaModFix/>
            </a:blip>
            <a:stretch>
              <a:fillRect/>
            </a:stretch>
          </p:blipFill>
          <p:spPr>
            <a:xfrm flipH="1" rot="858812">
              <a:off x="7846697" y="1297015"/>
              <a:ext cx="386000" cy="261708"/>
            </a:xfrm>
            <a:prstGeom prst="rect">
              <a:avLst/>
            </a:prstGeom>
            <a:noFill/>
            <a:ln>
              <a:noFill/>
            </a:ln>
          </p:spPr>
        </p:pic>
        <p:pic>
          <p:nvPicPr>
            <p:cNvPr id="294" name="Google Shape;294;p25"/>
            <p:cNvPicPr preferRelativeResize="0"/>
            <p:nvPr/>
          </p:nvPicPr>
          <p:blipFill>
            <a:blip r:embed="rId5">
              <a:alphaModFix/>
            </a:blip>
            <a:stretch>
              <a:fillRect/>
            </a:stretch>
          </p:blipFill>
          <p:spPr>
            <a:xfrm rot="-694079">
              <a:off x="8180791" y="894629"/>
              <a:ext cx="465067" cy="315292"/>
            </a:xfrm>
            <a:prstGeom prst="rect">
              <a:avLst/>
            </a:prstGeom>
            <a:noFill/>
            <a:ln>
              <a:noFill/>
            </a:ln>
          </p:spPr>
        </p:pic>
      </p:grpSp>
      <p:sp>
        <p:nvSpPr>
          <p:cNvPr id="295" name="Google Shape;295;p25"/>
          <p:cNvSpPr/>
          <p:nvPr/>
        </p:nvSpPr>
        <p:spPr>
          <a:xfrm flipH="1" rot="5400000">
            <a:off x="4445825" y="-4058300"/>
            <a:ext cx="242100" cy="87549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Heebo"/>
              <a:ea typeface="Heebo"/>
              <a:cs typeface="Heebo"/>
              <a:sym typeface="Heeb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6"/>
          <p:cNvSpPr txBox="1"/>
          <p:nvPr>
            <p:ph type="title"/>
          </p:nvPr>
        </p:nvSpPr>
        <p:spPr>
          <a:xfrm>
            <a:off x="720000" y="429281"/>
            <a:ext cx="7704000" cy="572700"/>
          </a:xfrm>
          <a:prstGeom prst="rect">
            <a:avLst/>
          </a:prstGeom>
        </p:spPr>
        <p:txBody>
          <a:bodyPr anchorCtr="0" anchor="t" bIns="0" lIns="91425" spcFirstLastPara="1" rIns="91425" wrap="square" tIns="91425">
            <a:noAutofit/>
          </a:bodyPr>
          <a:lstStyle/>
          <a:p>
            <a:pPr indent="0" lvl="0" marL="0" rtl="0" algn="l">
              <a:spcBef>
                <a:spcPts val="0"/>
              </a:spcBef>
              <a:spcAft>
                <a:spcPts val="0"/>
              </a:spcAft>
              <a:buNone/>
            </a:pPr>
            <a:r>
              <a:rPr lang="en" sz="2900">
                <a:solidFill>
                  <a:srgbClr val="000000"/>
                </a:solidFill>
                <a:latin typeface="Times New Roman"/>
                <a:ea typeface="Times New Roman"/>
                <a:cs typeface="Times New Roman"/>
                <a:sym typeface="Times New Roman"/>
              </a:rPr>
              <a:t>Introduction to Dataset</a:t>
            </a:r>
            <a:endParaRPr sz="4700">
              <a:latin typeface="Times New Roman"/>
              <a:ea typeface="Times New Roman"/>
              <a:cs typeface="Times New Roman"/>
              <a:sym typeface="Times New Roman"/>
            </a:endParaRPr>
          </a:p>
        </p:txBody>
      </p:sp>
      <p:sp>
        <p:nvSpPr>
          <p:cNvPr id="301" name="Google Shape;301;p26"/>
          <p:cNvSpPr txBox="1"/>
          <p:nvPr/>
        </p:nvSpPr>
        <p:spPr>
          <a:xfrm>
            <a:off x="812625" y="1214250"/>
            <a:ext cx="7868100" cy="32325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2200"/>
              <a:t>The dataset represents agricultural activities carried out across different seasons, geographical areas and farming conditions. It contains information related to farming practices, environmental conditions, crop production, resource usage and economic performance.</a:t>
            </a:r>
            <a:endParaRPr sz="2200"/>
          </a:p>
          <a:p>
            <a:pPr indent="457200" lvl="0" marL="0" rtl="0" algn="l">
              <a:spcBef>
                <a:spcPts val="0"/>
              </a:spcBef>
              <a:spcAft>
                <a:spcPts val="0"/>
              </a:spcAft>
              <a:buNone/>
            </a:pPr>
            <a:r>
              <a:rPr lang="en" sz="2200"/>
              <a:t>The dataset provides students with an opportunity to explore how agricultural performance changes across seasons and to identify meaningful patterns and differences through data analysis.</a:t>
            </a:r>
            <a:endParaRPr sz="2200">
              <a:solidFill>
                <a:schemeClr val="dk1"/>
              </a:solidFill>
              <a:latin typeface="Heebo"/>
              <a:ea typeface="Heebo"/>
              <a:cs typeface="Heebo"/>
              <a:sym typeface="Heebo"/>
            </a:endParaRPr>
          </a:p>
        </p:txBody>
      </p:sp>
      <p:grpSp>
        <p:nvGrpSpPr>
          <p:cNvPr id="302" name="Google Shape;302;p26"/>
          <p:cNvGrpSpPr/>
          <p:nvPr/>
        </p:nvGrpSpPr>
        <p:grpSpPr>
          <a:xfrm>
            <a:off x="262030" y="582582"/>
            <a:ext cx="457978" cy="419389"/>
            <a:chOff x="7007042" y="1549310"/>
            <a:chExt cx="390001" cy="389839"/>
          </a:xfrm>
        </p:grpSpPr>
        <p:sp>
          <p:nvSpPr>
            <p:cNvPr id="303" name="Google Shape;303;p26"/>
            <p:cNvSpPr/>
            <p:nvPr/>
          </p:nvSpPr>
          <p:spPr>
            <a:xfrm>
              <a:off x="7007042" y="1571233"/>
              <a:ext cx="206328" cy="367916"/>
            </a:xfrm>
            <a:custGeom>
              <a:rect b="b" l="l" r="r" t="t"/>
              <a:pathLst>
                <a:path extrusionOk="0" h="570412" w="319889">
                  <a:moveTo>
                    <a:pt x="297659" y="321519"/>
                  </a:moveTo>
                  <a:lnTo>
                    <a:pt x="177653" y="321519"/>
                  </a:lnTo>
                  <a:lnTo>
                    <a:pt x="177653" y="294033"/>
                  </a:lnTo>
                  <a:cubicBezTo>
                    <a:pt x="201728" y="290348"/>
                    <a:pt x="223953" y="279163"/>
                    <a:pt x="241539" y="261627"/>
                  </a:cubicBezTo>
                  <a:cubicBezTo>
                    <a:pt x="263381" y="239849"/>
                    <a:pt x="275411" y="210929"/>
                    <a:pt x="275411" y="180196"/>
                  </a:cubicBezTo>
                  <a:cubicBezTo>
                    <a:pt x="275411" y="144700"/>
                    <a:pt x="259175" y="105023"/>
                    <a:pt x="227153" y="62256"/>
                  </a:cubicBezTo>
                  <a:cubicBezTo>
                    <a:pt x="203678" y="30905"/>
                    <a:pt x="179941" y="9109"/>
                    <a:pt x="177312" y="6730"/>
                  </a:cubicBezTo>
                  <a:cubicBezTo>
                    <a:pt x="167417" y="-2243"/>
                    <a:pt x="152487" y="-2248"/>
                    <a:pt x="142559" y="6744"/>
                  </a:cubicBezTo>
                  <a:cubicBezTo>
                    <a:pt x="132521" y="15860"/>
                    <a:pt x="44473" y="98208"/>
                    <a:pt x="44478" y="180196"/>
                  </a:cubicBezTo>
                  <a:cubicBezTo>
                    <a:pt x="44478" y="210938"/>
                    <a:pt x="56503" y="239858"/>
                    <a:pt x="78341" y="261631"/>
                  </a:cubicBezTo>
                  <a:cubicBezTo>
                    <a:pt x="95928" y="279168"/>
                    <a:pt x="118158" y="290348"/>
                    <a:pt x="142236" y="294037"/>
                  </a:cubicBezTo>
                  <a:lnTo>
                    <a:pt x="142236" y="321519"/>
                  </a:lnTo>
                  <a:lnTo>
                    <a:pt x="22234" y="321519"/>
                  </a:lnTo>
                  <a:cubicBezTo>
                    <a:pt x="9974" y="321519"/>
                    <a:pt x="0" y="331493"/>
                    <a:pt x="0" y="343748"/>
                  </a:cubicBezTo>
                  <a:lnTo>
                    <a:pt x="0" y="403770"/>
                  </a:lnTo>
                  <a:cubicBezTo>
                    <a:pt x="0" y="416027"/>
                    <a:pt x="9974" y="426000"/>
                    <a:pt x="22234" y="426000"/>
                  </a:cubicBezTo>
                  <a:lnTo>
                    <a:pt x="38774" y="426000"/>
                  </a:lnTo>
                  <a:lnTo>
                    <a:pt x="70392" y="551705"/>
                  </a:lnTo>
                  <a:cubicBezTo>
                    <a:pt x="72757" y="562588"/>
                    <a:pt x="82413" y="570413"/>
                    <a:pt x="93622" y="570413"/>
                  </a:cubicBezTo>
                  <a:lnTo>
                    <a:pt x="226268" y="570413"/>
                  </a:lnTo>
                  <a:cubicBezTo>
                    <a:pt x="237477" y="570413"/>
                    <a:pt x="247132" y="562592"/>
                    <a:pt x="249497" y="551705"/>
                  </a:cubicBezTo>
                  <a:lnTo>
                    <a:pt x="281115" y="426000"/>
                  </a:lnTo>
                  <a:lnTo>
                    <a:pt x="297659" y="426000"/>
                  </a:lnTo>
                  <a:cubicBezTo>
                    <a:pt x="309916" y="426000"/>
                    <a:pt x="319889" y="416027"/>
                    <a:pt x="319889" y="403770"/>
                  </a:cubicBezTo>
                  <a:lnTo>
                    <a:pt x="319889" y="343753"/>
                  </a:lnTo>
                  <a:cubicBezTo>
                    <a:pt x="319889" y="331493"/>
                    <a:pt x="309916" y="321519"/>
                    <a:pt x="297659" y="321519"/>
                  </a:cubicBezTo>
                  <a:close/>
                  <a:moveTo>
                    <a:pt x="159928" y="39108"/>
                  </a:moveTo>
                  <a:cubicBezTo>
                    <a:pt x="179931" y="58913"/>
                    <a:pt x="239998" y="123140"/>
                    <a:pt x="239998" y="180192"/>
                  </a:cubicBezTo>
                  <a:cubicBezTo>
                    <a:pt x="239998" y="219053"/>
                    <a:pt x="212314" y="250214"/>
                    <a:pt x="177653" y="258007"/>
                  </a:cubicBezTo>
                  <a:lnTo>
                    <a:pt x="177653" y="222387"/>
                  </a:lnTo>
                  <a:lnTo>
                    <a:pt x="199597" y="206239"/>
                  </a:lnTo>
                  <a:cubicBezTo>
                    <a:pt x="218451" y="192369"/>
                    <a:pt x="197498" y="163823"/>
                    <a:pt x="178612" y="177715"/>
                  </a:cubicBezTo>
                  <a:cubicBezTo>
                    <a:pt x="177238" y="178726"/>
                    <a:pt x="177653" y="182802"/>
                    <a:pt x="177653" y="149455"/>
                  </a:cubicBezTo>
                  <a:cubicBezTo>
                    <a:pt x="177653" y="126049"/>
                    <a:pt x="142241" y="126012"/>
                    <a:pt x="142241" y="149455"/>
                  </a:cubicBezTo>
                  <a:cubicBezTo>
                    <a:pt x="142241" y="182710"/>
                    <a:pt x="142618" y="178583"/>
                    <a:pt x="141341" y="177633"/>
                  </a:cubicBezTo>
                  <a:cubicBezTo>
                    <a:pt x="122542" y="163685"/>
                    <a:pt x="101405" y="192093"/>
                    <a:pt x="120228" y="206064"/>
                  </a:cubicBezTo>
                  <a:lnTo>
                    <a:pt x="142241" y="222406"/>
                  </a:lnTo>
                  <a:lnTo>
                    <a:pt x="142241" y="258007"/>
                  </a:lnTo>
                  <a:cubicBezTo>
                    <a:pt x="82030" y="244483"/>
                    <a:pt x="33186" y="163983"/>
                    <a:pt x="159928" y="39108"/>
                  </a:cubicBezTo>
                  <a:close/>
                  <a:moveTo>
                    <a:pt x="217183" y="535000"/>
                  </a:moveTo>
                  <a:lnTo>
                    <a:pt x="102706" y="535000"/>
                  </a:lnTo>
                  <a:lnTo>
                    <a:pt x="75289" y="426000"/>
                  </a:lnTo>
                  <a:lnTo>
                    <a:pt x="244601" y="426000"/>
                  </a:lnTo>
                  <a:close/>
                  <a:moveTo>
                    <a:pt x="284476" y="390587"/>
                  </a:moveTo>
                  <a:lnTo>
                    <a:pt x="35413" y="390587"/>
                  </a:lnTo>
                  <a:lnTo>
                    <a:pt x="35413" y="356931"/>
                  </a:lnTo>
                  <a:lnTo>
                    <a:pt x="284476" y="356931"/>
                  </a:lnTo>
                  <a:close/>
                </a:path>
              </a:pathLst>
            </a:custGeom>
            <a:solidFill>
              <a:schemeClr val="dk1"/>
            </a:solidFill>
            <a:ln>
              <a:noFill/>
            </a:ln>
          </p:spPr>
          <p:txBody>
            <a:bodyPr anchorCtr="0" anchor="ctr" bIns="70500" lIns="141025" spcFirstLastPara="1" rIns="141025" wrap="square" tIns="70500">
              <a:noAutofit/>
            </a:bodyPr>
            <a:lstStyle/>
            <a:p>
              <a:pPr indent="0" lvl="0" marL="0" marR="0" rtl="0" algn="l">
                <a:spcBef>
                  <a:spcPts val="0"/>
                </a:spcBef>
                <a:spcAft>
                  <a:spcPts val="0"/>
                </a:spcAft>
                <a:buNone/>
              </a:pPr>
              <a:r>
                <a:t/>
              </a:r>
              <a:endParaRPr sz="2777">
                <a:solidFill>
                  <a:srgbClr val="000000"/>
                </a:solidFill>
                <a:latin typeface="Calibri"/>
                <a:ea typeface="Calibri"/>
                <a:cs typeface="Calibri"/>
                <a:sym typeface="Calibri"/>
              </a:endParaRPr>
            </a:p>
          </p:txBody>
        </p:sp>
        <p:sp>
          <p:nvSpPr>
            <p:cNvPr id="304" name="Google Shape;304;p26"/>
            <p:cNvSpPr/>
            <p:nvPr/>
          </p:nvSpPr>
          <p:spPr>
            <a:xfrm>
              <a:off x="7220520" y="1640608"/>
              <a:ext cx="85061" cy="84833"/>
            </a:xfrm>
            <a:custGeom>
              <a:rect b="b" l="l" r="r" t="t"/>
              <a:pathLst>
                <a:path extrusionOk="0" h="131524" w="131878">
                  <a:moveTo>
                    <a:pt x="112545" y="19219"/>
                  </a:moveTo>
                  <a:cubicBezTo>
                    <a:pt x="86848" y="-6409"/>
                    <a:pt x="45031" y="-6404"/>
                    <a:pt x="19329" y="19219"/>
                  </a:cubicBezTo>
                  <a:cubicBezTo>
                    <a:pt x="6865" y="31650"/>
                    <a:pt x="0" y="48181"/>
                    <a:pt x="0" y="65762"/>
                  </a:cubicBezTo>
                  <a:cubicBezTo>
                    <a:pt x="0" y="83349"/>
                    <a:pt x="6865" y="99880"/>
                    <a:pt x="19329" y="112306"/>
                  </a:cubicBezTo>
                  <a:cubicBezTo>
                    <a:pt x="32179" y="125121"/>
                    <a:pt x="49061" y="131524"/>
                    <a:pt x="65937" y="131524"/>
                  </a:cubicBezTo>
                  <a:cubicBezTo>
                    <a:pt x="82818" y="131524"/>
                    <a:pt x="99695" y="125121"/>
                    <a:pt x="112545" y="112306"/>
                  </a:cubicBezTo>
                  <a:cubicBezTo>
                    <a:pt x="125014" y="99880"/>
                    <a:pt x="131879" y="83349"/>
                    <a:pt x="131879" y="65762"/>
                  </a:cubicBezTo>
                  <a:cubicBezTo>
                    <a:pt x="131874" y="48176"/>
                    <a:pt x="125009" y="31650"/>
                    <a:pt x="112545" y="19219"/>
                  </a:cubicBezTo>
                  <a:close/>
                  <a:moveTo>
                    <a:pt x="87540" y="87232"/>
                  </a:moveTo>
                  <a:cubicBezTo>
                    <a:pt x="68427" y="106288"/>
                    <a:pt x="35413" y="92761"/>
                    <a:pt x="35413" y="65762"/>
                  </a:cubicBezTo>
                  <a:cubicBezTo>
                    <a:pt x="35413" y="48905"/>
                    <a:pt x="49130" y="35390"/>
                    <a:pt x="65937" y="35390"/>
                  </a:cubicBezTo>
                  <a:cubicBezTo>
                    <a:pt x="92857" y="35390"/>
                    <a:pt x="106841" y="67990"/>
                    <a:pt x="87540" y="87232"/>
                  </a:cubicBezTo>
                  <a:close/>
                </a:path>
              </a:pathLst>
            </a:custGeom>
            <a:solidFill>
              <a:schemeClr val="dk1"/>
            </a:solidFill>
            <a:ln>
              <a:noFill/>
            </a:ln>
          </p:spPr>
          <p:txBody>
            <a:bodyPr anchorCtr="0" anchor="ctr" bIns="70500" lIns="141025" spcFirstLastPara="1" rIns="141025" wrap="square" tIns="70500">
              <a:noAutofit/>
            </a:bodyPr>
            <a:lstStyle/>
            <a:p>
              <a:pPr indent="0" lvl="0" marL="0" marR="0" rtl="0" algn="l">
                <a:spcBef>
                  <a:spcPts val="0"/>
                </a:spcBef>
                <a:spcAft>
                  <a:spcPts val="0"/>
                </a:spcAft>
                <a:buNone/>
              </a:pPr>
              <a:r>
                <a:t/>
              </a:r>
              <a:endParaRPr sz="2777">
                <a:solidFill>
                  <a:srgbClr val="000000"/>
                </a:solidFill>
                <a:latin typeface="Calibri"/>
                <a:ea typeface="Calibri"/>
                <a:cs typeface="Calibri"/>
                <a:sym typeface="Calibri"/>
              </a:endParaRPr>
            </a:p>
          </p:txBody>
        </p:sp>
        <p:sp>
          <p:nvSpPr>
            <p:cNvPr id="305" name="Google Shape;305;p26"/>
            <p:cNvSpPr/>
            <p:nvPr/>
          </p:nvSpPr>
          <p:spPr>
            <a:xfrm>
              <a:off x="7238711" y="1598168"/>
              <a:ext cx="109394" cy="108974"/>
            </a:xfrm>
            <a:custGeom>
              <a:rect b="b" l="l" r="r" t="t"/>
              <a:pathLst>
                <a:path extrusionOk="0" h="168952" w="169603">
                  <a:moveTo>
                    <a:pt x="13155" y="4176"/>
                  </a:moveTo>
                  <a:cubicBezTo>
                    <a:pt x="3707" y="6689"/>
                    <a:pt x="-1913" y="16391"/>
                    <a:pt x="599" y="25839"/>
                  </a:cubicBezTo>
                  <a:cubicBezTo>
                    <a:pt x="3117" y="35291"/>
                    <a:pt x="12819" y="40908"/>
                    <a:pt x="22267" y="38395"/>
                  </a:cubicBezTo>
                  <a:cubicBezTo>
                    <a:pt x="52893" y="30242"/>
                    <a:pt x="85820" y="39036"/>
                    <a:pt x="108198" y="61349"/>
                  </a:cubicBezTo>
                  <a:cubicBezTo>
                    <a:pt x="130551" y="83643"/>
                    <a:pt x="139368" y="116427"/>
                    <a:pt x="131202" y="146915"/>
                  </a:cubicBezTo>
                  <a:cubicBezTo>
                    <a:pt x="128671" y="156363"/>
                    <a:pt x="134278" y="166074"/>
                    <a:pt x="143725" y="168600"/>
                  </a:cubicBezTo>
                  <a:cubicBezTo>
                    <a:pt x="153961" y="170569"/>
                    <a:pt x="163290" y="163990"/>
                    <a:pt x="165411" y="156077"/>
                  </a:cubicBezTo>
                  <a:cubicBezTo>
                    <a:pt x="176841" y="113389"/>
                    <a:pt x="164503" y="67481"/>
                    <a:pt x="133198" y="36274"/>
                  </a:cubicBezTo>
                  <a:cubicBezTo>
                    <a:pt x="101921" y="5085"/>
                    <a:pt x="55923" y="-7213"/>
                    <a:pt x="13155" y="4176"/>
                  </a:cubicBezTo>
                  <a:close/>
                </a:path>
              </a:pathLst>
            </a:custGeom>
            <a:solidFill>
              <a:schemeClr val="dk1"/>
            </a:solidFill>
            <a:ln>
              <a:noFill/>
            </a:ln>
          </p:spPr>
          <p:txBody>
            <a:bodyPr anchorCtr="0" anchor="ctr" bIns="70500" lIns="141025" spcFirstLastPara="1" rIns="141025" wrap="square" tIns="70500">
              <a:noAutofit/>
            </a:bodyPr>
            <a:lstStyle/>
            <a:p>
              <a:pPr indent="0" lvl="0" marL="0" marR="0" rtl="0" algn="l">
                <a:spcBef>
                  <a:spcPts val="0"/>
                </a:spcBef>
                <a:spcAft>
                  <a:spcPts val="0"/>
                </a:spcAft>
                <a:buNone/>
              </a:pPr>
              <a:r>
                <a:t/>
              </a:r>
              <a:endParaRPr sz="2777">
                <a:solidFill>
                  <a:srgbClr val="000000"/>
                </a:solidFill>
                <a:latin typeface="Calibri"/>
                <a:ea typeface="Calibri"/>
                <a:cs typeface="Calibri"/>
                <a:sym typeface="Calibri"/>
              </a:endParaRPr>
            </a:p>
          </p:txBody>
        </p:sp>
        <p:sp>
          <p:nvSpPr>
            <p:cNvPr id="306" name="Google Shape;306;p26"/>
            <p:cNvSpPr/>
            <p:nvPr/>
          </p:nvSpPr>
          <p:spPr>
            <a:xfrm>
              <a:off x="7215951" y="1549310"/>
              <a:ext cx="181092" cy="180434"/>
            </a:xfrm>
            <a:custGeom>
              <a:rect b="b" l="l" r="r" t="t"/>
              <a:pathLst>
                <a:path extrusionOk="0" h="279742" w="280763">
                  <a:moveTo>
                    <a:pt x="273996" y="158793"/>
                  </a:moveTo>
                  <a:cubicBezTo>
                    <a:pt x="264544" y="122301"/>
                    <a:pt x="245348" y="88858"/>
                    <a:pt x="218484" y="62072"/>
                  </a:cubicBezTo>
                  <a:cubicBezTo>
                    <a:pt x="191629" y="35296"/>
                    <a:pt x="158098" y="16165"/>
                    <a:pt x="121519" y="6740"/>
                  </a:cubicBezTo>
                  <a:cubicBezTo>
                    <a:pt x="86032" y="-2394"/>
                    <a:pt x="48563" y="-2242"/>
                    <a:pt x="13155" y="7183"/>
                  </a:cubicBezTo>
                  <a:cubicBezTo>
                    <a:pt x="3707" y="9696"/>
                    <a:pt x="-1914" y="19397"/>
                    <a:pt x="599" y="28850"/>
                  </a:cubicBezTo>
                  <a:cubicBezTo>
                    <a:pt x="3117" y="38298"/>
                    <a:pt x="12814" y="43919"/>
                    <a:pt x="22267" y="41401"/>
                  </a:cubicBezTo>
                  <a:cubicBezTo>
                    <a:pt x="51809" y="33539"/>
                    <a:pt x="83072" y="33410"/>
                    <a:pt x="112684" y="41037"/>
                  </a:cubicBezTo>
                  <a:cubicBezTo>
                    <a:pt x="143154" y="48880"/>
                    <a:pt x="171092" y="64830"/>
                    <a:pt x="193483" y="87152"/>
                  </a:cubicBezTo>
                  <a:cubicBezTo>
                    <a:pt x="215861" y="109464"/>
                    <a:pt x="231847" y="137310"/>
                    <a:pt x="239713" y="167674"/>
                  </a:cubicBezTo>
                  <a:cubicBezTo>
                    <a:pt x="247358" y="197170"/>
                    <a:pt x="247229" y="228318"/>
                    <a:pt x="239349" y="257749"/>
                  </a:cubicBezTo>
                  <a:cubicBezTo>
                    <a:pt x="236818" y="267198"/>
                    <a:pt x="242425" y="276904"/>
                    <a:pt x="251872" y="279436"/>
                  </a:cubicBezTo>
                  <a:cubicBezTo>
                    <a:pt x="261315" y="281239"/>
                    <a:pt x="271437" y="274824"/>
                    <a:pt x="273554" y="266912"/>
                  </a:cubicBezTo>
                  <a:cubicBezTo>
                    <a:pt x="283015" y="231587"/>
                    <a:pt x="283167" y="194202"/>
                    <a:pt x="273996" y="158793"/>
                  </a:cubicBezTo>
                  <a:close/>
                </a:path>
              </a:pathLst>
            </a:custGeom>
            <a:solidFill>
              <a:schemeClr val="dk1"/>
            </a:solidFill>
            <a:ln>
              <a:noFill/>
            </a:ln>
          </p:spPr>
          <p:txBody>
            <a:bodyPr anchorCtr="0" anchor="ctr" bIns="70500" lIns="141025" spcFirstLastPara="1" rIns="141025" wrap="square" tIns="70500">
              <a:noAutofit/>
            </a:bodyPr>
            <a:lstStyle/>
            <a:p>
              <a:pPr indent="0" lvl="0" marL="0" marR="0" rtl="0" algn="l">
                <a:spcBef>
                  <a:spcPts val="0"/>
                </a:spcBef>
                <a:spcAft>
                  <a:spcPts val="0"/>
                </a:spcAft>
                <a:buNone/>
              </a:pPr>
              <a:r>
                <a:t/>
              </a:r>
              <a:endParaRPr sz="2777">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10" name="Shape 310"/>
        <p:cNvGrpSpPr/>
        <p:nvPr/>
      </p:nvGrpSpPr>
      <p:grpSpPr>
        <a:xfrm>
          <a:off x="0" y="0"/>
          <a:ext cx="0" cy="0"/>
          <a:chOff x="0" y="0"/>
          <a:chExt cx="0" cy="0"/>
        </a:xfrm>
      </p:grpSpPr>
      <p:sp>
        <p:nvSpPr>
          <p:cNvPr id="311" name="Google Shape;311;p27"/>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900">
                <a:solidFill>
                  <a:srgbClr val="000000"/>
                </a:solidFill>
                <a:latin typeface="Times New Roman"/>
                <a:ea typeface="Times New Roman"/>
                <a:cs typeface="Times New Roman"/>
                <a:sym typeface="Times New Roman"/>
              </a:rPr>
              <a:t>Problem</a:t>
            </a:r>
            <a:r>
              <a:rPr lang="en" sz="1200">
                <a:solidFill>
                  <a:srgbClr val="000000"/>
                </a:solidFill>
                <a:latin typeface="Arial"/>
                <a:ea typeface="Arial"/>
                <a:cs typeface="Arial"/>
                <a:sym typeface="Arial"/>
              </a:rPr>
              <a:t> </a:t>
            </a:r>
            <a:r>
              <a:rPr lang="en" sz="2900">
                <a:solidFill>
                  <a:srgbClr val="000000"/>
                </a:solidFill>
                <a:latin typeface="Times New Roman"/>
                <a:ea typeface="Times New Roman"/>
                <a:cs typeface="Times New Roman"/>
                <a:sym typeface="Times New Roman"/>
              </a:rPr>
              <a:t>Statement</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312" name="Google Shape;312;p27"/>
          <p:cNvSpPr txBox="1"/>
          <p:nvPr/>
        </p:nvSpPr>
        <p:spPr>
          <a:xfrm>
            <a:off x="918325" y="1167275"/>
            <a:ext cx="7393200" cy="3401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900"/>
              <a:t>Agricultural activities are influenced by seasonal variations in environmental conditions, farming practices, resource availability and marketconditions. As a result, agricultural performance may differ from one season to another.</a:t>
            </a:r>
            <a:endParaRPr sz="1900"/>
          </a:p>
          <a:p>
            <a:pPr indent="457200" lvl="0" marL="0" rtl="0" algn="l">
              <a:spcBef>
                <a:spcPts val="0"/>
              </a:spcBef>
              <a:spcAft>
                <a:spcPts val="0"/>
              </a:spcAft>
              <a:buNone/>
            </a:pPr>
            <a:r>
              <a:rPr lang="en" sz="1900"/>
              <a:t>However, raw agricultural data does not clearly explain how agricultural performance changes across seasons or what patterns can be observed in different seasonal conditions.</a:t>
            </a:r>
            <a:endParaRPr sz="1900"/>
          </a:p>
          <a:p>
            <a:pPr indent="457200" lvl="0" marL="0" rtl="0" algn="l">
              <a:spcBef>
                <a:spcPts val="0"/>
              </a:spcBef>
              <a:spcAft>
                <a:spcPts val="0"/>
              </a:spcAft>
              <a:buNone/>
            </a:pPr>
            <a:r>
              <a:rPr lang="en" sz="1900"/>
              <a:t>The problem is to analyze the given agricultural dataset and investigate seasonal differences in agricultural performance by identifying meaningful patterns, trends, relationships and</a:t>
            </a:r>
            <a:endParaRPr sz="1900"/>
          </a:p>
          <a:p>
            <a:pPr indent="0" lvl="0" marL="0" rtl="0" algn="l">
              <a:spcBef>
                <a:spcPts val="0"/>
              </a:spcBef>
              <a:spcAft>
                <a:spcPts val="0"/>
              </a:spcAft>
              <a:buNone/>
            </a:pPr>
            <a:r>
              <a:rPr lang="en" sz="1900"/>
              <a:t>variations within the available data.</a:t>
            </a:r>
            <a:endParaRPr sz="1900">
              <a:solidFill>
                <a:schemeClr val="dk1"/>
              </a:solidFill>
              <a:latin typeface="Heebo"/>
              <a:ea typeface="Heebo"/>
              <a:cs typeface="Heebo"/>
              <a:sym typeface="Heebo"/>
            </a:endParaRPr>
          </a:p>
        </p:txBody>
      </p:sp>
      <p:grpSp>
        <p:nvGrpSpPr>
          <p:cNvPr id="313" name="Google Shape;313;p27"/>
          <p:cNvGrpSpPr/>
          <p:nvPr/>
        </p:nvGrpSpPr>
        <p:grpSpPr>
          <a:xfrm>
            <a:off x="524228" y="530011"/>
            <a:ext cx="195764" cy="371227"/>
            <a:chOff x="1602352" y="1518290"/>
            <a:chExt cx="205570" cy="389822"/>
          </a:xfrm>
        </p:grpSpPr>
        <p:sp>
          <p:nvSpPr>
            <p:cNvPr id="314" name="Google Shape;314;p27"/>
            <p:cNvSpPr/>
            <p:nvPr/>
          </p:nvSpPr>
          <p:spPr>
            <a:xfrm>
              <a:off x="1602352" y="1518290"/>
              <a:ext cx="205570" cy="389822"/>
            </a:xfrm>
            <a:custGeom>
              <a:rect b="b" l="l" r="r" t="t"/>
              <a:pathLst>
                <a:path extrusionOk="0" h="604375" w="318713">
                  <a:moveTo>
                    <a:pt x="254523" y="115040"/>
                  </a:moveTo>
                  <a:lnTo>
                    <a:pt x="254523" y="22940"/>
                  </a:lnTo>
                  <a:cubicBezTo>
                    <a:pt x="254523" y="10292"/>
                    <a:pt x="244236" y="0"/>
                    <a:pt x="231584" y="0"/>
                  </a:cubicBezTo>
                  <a:lnTo>
                    <a:pt x="87125" y="0"/>
                  </a:lnTo>
                  <a:cubicBezTo>
                    <a:pt x="74477" y="0"/>
                    <a:pt x="64185" y="10292"/>
                    <a:pt x="64185" y="22940"/>
                  </a:cubicBezTo>
                  <a:lnTo>
                    <a:pt x="64185" y="115040"/>
                  </a:lnTo>
                  <a:cubicBezTo>
                    <a:pt x="27980" y="120020"/>
                    <a:pt x="0" y="151163"/>
                    <a:pt x="0" y="188715"/>
                  </a:cubicBezTo>
                  <a:lnTo>
                    <a:pt x="0" y="415360"/>
                  </a:lnTo>
                  <a:cubicBezTo>
                    <a:pt x="0" y="452912"/>
                    <a:pt x="27980" y="484055"/>
                    <a:pt x="64185" y="489035"/>
                  </a:cubicBezTo>
                  <a:lnTo>
                    <a:pt x="64185" y="581435"/>
                  </a:lnTo>
                  <a:cubicBezTo>
                    <a:pt x="64185" y="594083"/>
                    <a:pt x="74477" y="604375"/>
                    <a:pt x="87125" y="604375"/>
                  </a:cubicBezTo>
                  <a:lnTo>
                    <a:pt x="231588" y="604375"/>
                  </a:lnTo>
                  <a:cubicBezTo>
                    <a:pt x="244236" y="604375"/>
                    <a:pt x="254528" y="594083"/>
                    <a:pt x="254528" y="581435"/>
                  </a:cubicBezTo>
                  <a:lnTo>
                    <a:pt x="254528" y="489035"/>
                  </a:lnTo>
                  <a:cubicBezTo>
                    <a:pt x="290734" y="484055"/>
                    <a:pt x="318713" y="452912"/>
                    <a:pt x="318713" y="415360"/>
                  </a:cubicBezTo>
                  <a:lnTo>
                    <a:pt x="318713" y="188715"/>
                  </a:lnTo>
                  <a:cubicBezTo>
                    <a:pt x="318713" y="151163"/>
                    <a:pt x="290734" y="120020"/>
                    <a:pt x="254523" y="115040"/>
                  </a:cubicBezTo>
                  <a:close/>
                  <a:moveTo>
                    <a:pt x="219111" y="35413"/>
                  </a:moveTo>
                  <a:lnTo>
                    <a:pt x="219111" y="114349"/>
                  </a:lnTo>
                  <a:lnTo>
                    <a:pt x="99598" y="114349"/>
                  </a:lnTo>
                  <a:lnTo>
                    <a:pt x="99598" y="35413"/>
                  </a:lnTo>
                  <a:close/>
                  <a:moveTo>
                    <a:pt x="99598" y="568962"/>
                  </a:moveTo>
                  <a:lnTo>
                    <a:pt x="99598" y="489727"/>
                  </a:lnTo>
                  <a:lnTo>
                    <a:pt x="219111" y="489727"/>
                  </a:lnTo>
                  <a:lnTo>
                    <a:pt x="219111" y="568962"/>
                  </a:lnTo>
                  <a:close/>
                  <a:moveTo>
                    <a:pt x="283301" y="415360"/>
                  </a:moveTo>
                  <a:cubicBezTo>
                    <a:pt x="283301" y="436838"/>
                    <a:pt x="265825" y="454314"/>
                    <a:pt x="244347" y="454314"/>
                  </a:cubicBezTo>
                  <a:lnTo>
                    <a:pt x="74366" y="454314"/>
                  </a:lnTo>
                  <a:cubicBezTo>
                    <a:pt x="52888" y="454314"/>
                    <a:pt x="35413" y="436838"/>
                    <a:pt x="35413" y="415360"/>
                  </a:cubicBezTo>
                  <a:lnTo>
                    <a:pt x="35413" y="188715"/>
                  </a:lnTo>
                  <a:cubicBezTo>
                    <a:pt x="35413" y="167237"/>
                    <a:pt x="52888" y="149761"/>
                    <a:pt x="74366" y="149761"/>
                  </a:cubicBezTo>
                  <a:lnTo>
                    <a:pt x="244347" y="149761"/>
                  </a:lnTo>
                  <a:cubicBezTo>
                    <a:pt x="265825" y="149761"/>
                    <a:pt x="283301" y="167237"/>
                    <a:pt x="283301" y="18871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7"/>
            <p:cNvSpPr/>
            <p:nvPr/>
          </p:nvSpPr>
          <p:spPr>
            <a:xfrm>
              <a:off x="1652875" y="1639854"/>
              <a:ext cx="104611" cy="101503"/>
            </a:xfrm>
            <a:custGeom>
              <a:rect b="b" l="l" r="r" t="t"/>
              <a:pathLst>
                <a:path extrusionOk="0" h="157369" w="162187">
                  <a:moveTo>
                    <a:pt x="142559" y="0"/>
                  </a:moveTo>
                  <a:lnTo>
                    <a:pt x="19629" y="0"/>
                  </a:lnTo>
                  <a:cubicBezTo>
                    <a:pt x="8807" y="0"/>
                    <a:pt x="0" y="8807"/>
                    <a:pt x="0" y="19629"/>
                  </a:cubicBezTo>
                  <a:lnTo>
                    <a:pt x="0" y="137740"/>
                  </a:lnTo>
                  <a:cubicBezTo>
                    <a:pt x="0" y="148562"/>
                    <a:pt x="8807" y="157369"/>
                    <a:pt x="19629" y="157369"/>
                  </a:cubicBezTo>
                  <a:lnTo>
                    <a:pt x="142559" y="157369"/>
                  </a:lnTo>
                  <a:cubicBezTo>
                    <a:pt x="153381" y="157369"/>
                    <a:pt x="162188" y="148562"/>
                    <a:pt x="162188" y="137740"/>
                  </a:cubicBezTo>
                  <a:lnTo>
                    <a:pt x="162188" y="19629"/>
                  </a:lnTo>
                  <a:cubicBezTo>
                    <a:pt x="162188" y="8807"/>
                    <a:pt x="153381" y="0"/>
                    <a:pt x="142559" y="0"/>
                  </a:cubicBezTo>
                  <a:close/>
                  <a:moveTo>
                    <a:pt x="126775" y="121957"/>
                  </a:moveTo>
                  <a:lnTo>
                    <a:pt x="35413" y="121957"/>
                  </a:lnTo>
                  <a:lnTo>
                    <a:pt x="35413" y="35413"/>
                  </a:lnTo>
                  <a:lnTo>
                    <a:pt x="126775" y="35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27"/>
            <p:cNvSpPr/>
            <p:nvPr/>
          </p:nvSpPr>
          <p:spPr>
            <a:xfrm>
              <a:off x="1652875" y="1763828"/>
              <a:ext cx="104611" cy="22841"/>
            </a:xfrm>
            <a:custGeom>
              <a:rect b="b" l="l" r="r" t="t"/>
              <a:pathLst>
                <a:path extrusionOk="0" h="35412" w="162187">
                  <a:moveTo>
                    <a:pt x="144482" y="0"/>
                  </a:moveTo>
                  <a:lnTo>
                    <a:pt x="17706" y="0"/>
                  </a:lnTo>
                  <a:cubicBezTo>
                    <a:pt x="7931" y="0"/>
                    <a:pt x="0" y="7926"/>
                    <a:pt x="0" y="17706"/>
                  </a:cubicBezTo>
                  <a:cubicBezTo>
                    <a:pt x="0" y="27486"/>
                    <a:pt x="7931" y="35413"/>
                    <a:pt x="17706" y="35413"/>
                  </a:cubicBezTo>
                  <a:lnTo>
                    <a:pt x="144482" y="35413"/>
                  </a:lnTo>
                  <a:cubicBezTo>
                    <a:pt x="154257" y="35413"/>
                    <a:pt x="162188" y="27486"/>
                    <a:pt x="162188" y="17706"/>
                  </a:cubicBezTo>
                  <a:cubicBezTo>
                    <a:pt x="162188" y="7926"/>
                    <a:pt x="154257" y="0"/>
                    <a:pt x="14448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28"/>
          <p:cNvPicPr preferRelativeResize="0"/>
          <p:nvPr>
            <p:ph idx="2" type="pic"/>
          </p:nvPr>
        </p:nvPicPr>
        <p:blipFill rotWithShape="1">
          <a:blip r:embed="rId3">
            <a:alphaModFix/>
          </a:blip>
          <a:srcRect b="3646" l="9215" r="0" t="15878"/>
          <a:stretch/>
        </p:blipFill>
        <p:spPr>
          <a:xfrm flipH="1">
            <a:off x="5274175" y="0"/>
            <a:ext cx="3869827" cy="5143501"/>
          </a:xfrm>
          <a:prstGeom prst="rect">
            <a:avLst/>
          </a:prstGeom>
        </p:spPr>
      </p:pic>
      <p:pic>
        <p:nvPicPr>
          <p:cNvPr id="322" name="Google Shape;322;p28"/>
          <p:cNvPicPr preferRelativeResize="0"/>
          <p:nvPr/>
        </p:nvPicPr>
        <p:blipFill rotWithShape="1">
          <a:blip r:embed="rId4">
            <a:alphaModFix/>
          </a:blip>
          <a:srcRect b="0" l="0" r="0" t="21036"/>
          <a:stretch/>
        </p:blipFill>
        <p:spPr>
          <a:xfrm>
            <a:off x="607700" y="0"/>
            <a:ext cx="5987852" cy="5143498"/>
          </a:xfrm>
          <a:prstGeom prst="rect">
            <a:avLst/>
          </a:prstGeom>
          <a:noFill/>
          <a:ln>
            <a:noFill/>
          </a:ln>
        </p:spPr>
      </p:pic>
      <p:sp>
        <p:nvSpPr>
          <p:cNvPr id="323" name="Google Shape;323;p28"/>
          <p:cNvSpPr txBox="1"/>
          <p:nvPr>
            <p:ph idx="1" type="subTitle"/>
          </p:nvPr>
        </p:nvSpPr>
        <p:spPr>
          <a:xfrm>
            <a:off x="1298825" y="703675"/>
            <a:ext cx="4889100" cy="41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latin typeface="Arial"/>
                <a:ea typeface="Arial"/>
                <a:cs typeface="Arial"/>
                <a:sym typeface="Arial"/>
              </a:rPr>
              <a:t>Seasonal variations can influence different aspects of agricultural activities and performance.</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Understanding seasonal patterns through data analytics can help stakeholders: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Understand variations in agricultural performance</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Identify important seasonal trends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Compare performance across different periods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Understand changing environmental conditions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Examine differences in resource usage</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Identify areas requiring further investigation</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Support evidence-based agricultural planning</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For students, this problem provides an opportunity to work on a </a:t>
            </a:r>
            <a:r>
              <a:rPr b="1" lang="en" sz="1600">
                <a:solidFill>
                  <a:srgbClr val="000000"/>
                </a:solidFill>
                <a:latin typeface="Arial"/>
                <a:ea typeface="Arial"/>
                <a:cs typeface="Arial"/>
                <a:sym typeface="Arial"/>
              </a:rPr>
              <a:t>focused real-world Data Analytics problem</a:t>
            </a:r>
            <a:r>
              <a:rPr lang="en" sz="1600">
                <a:solidFill>
                  <a:srgbClr val="000000"/>
                </a:solidFill>
                <a:latin typeface="Arial"/>
                <a:ea typeface="Arial"/>
                <a:cs typeface="Arial"/>
                <a:sym typeface="Arial"/>
              </a:rPr>
              <a:t> rather than performing a generic analysis of the entire dataset.</a:t>
            </a:r>
            <a:endParaRPr sz="1500"/>
          </a:p>
        </p:txBody>
      </p:sp>
      <p:sp>
        <p:nvSpPr>
          <p:cNvPr id="324" name="Google Shape;324;p28"/>
          <p:cNvSpPr txBox="1"/>
          <p:nvPr>
            <p:ph type="title"/>
          </p:nvPr>
        </p:nvSpPr>
        <p:spPr>
          <a:xfrm>
            <a:off x="1410900" y="211075"/>
            <a:ext cx="4605600" cy="507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000000"/>
                </a:solidFill>
                <a:latin typeface="Times New Roman"/>
                <a:ea typeface="Times New Roman"/>
                <a:cs typeface="Times New Roman"/>
                <a:sym typeface="Times New Roman"/>
              </a:rPr>
              <a:t>Importance of the Problem Statement</a:t>
            </a:r>
            <a:endParaRPr sz="3900">
              <a:latin typeface="Times New Roman"/>
              <a:ea typeface="Times New Roman"/>
              <a:cs typeface="Times New Roman"/>
              <a:sym typeface="Times New Roman"/>
            </a:endParaRPr>
          </a:p>
        </p:txBody>
      </p:sp>
      <p:grpSp>
        <p:nvGrpSpPr>
          <p:cNvPr id="325" name="Google Shape;325;p28"/>
          <p:cNvGrpSpPr/>
          <p:nvPr/>
        </p:nvGrpSpPr>
        <p:grpSpPr>
          <a:xfrm flipH="1" rot="10139675">
            <a:off x="5765014" y="779270"/>
            <a:ext cx="830461" cy="1720796"/>
            <a:chOff x="453700" y="2163364"/>
            <a:chExt cx="830469" cy="1720812"/>
          </a:xfrm>
        </p:grpSpPr>
        <p:pic>
          <p:nvPicPr>
            <p:cNvPr id="326" name="Google Shape;326;p28"/>
            <p:cNvPicPr preferRelativeResize="0"/>
            <p:nvPr/>
          </p:nvPicPr>
          <p:blipFill>
            <a:blip r:embed="rId5">
              <a:alphaModFix/>
            </a:blip>
            <a:stretch>
              <a:fillRect/>
            </a:stretch>
          </p:blipFill>
          <p:spPr>
            <a:xfrm rot="-981703">
              <a:off x="638525" y="2243431"/>
              <a:ext cx="613719" cy="314843"/>
            </a:xfrm>
            <a:prstGeom prst="rect">
              <a:avLst/>
            </a:prstGeom>
            <a:noFill/>
            <a:ln>
              <a:noFill/>
            </a:ln>
          </p:spPr>
        </p:pic>
        <p:pic>
          <p:nvPicPr>
            <p:cNvPr id="327" name="Google Shape;327;p28"/>
            <p:cNvPicPr preferRelativeResize="0"/>
            <p:nvPr/>
          </p:nvPicPr>
          <p:blipFill>
            <a:blip r:embed="rId6">
              <a:alphaModFix/>
            </a:blip>
            <a:stretch>
              <a:fillRect/>
            </a:stretch>
          </p:blipFill>
          <p:spPr>
            <a:xfrm flipH="1" rot="858812">
              <a:off x="871809" y="3578815"/>
              <a:ext cx="386000" cy="261708"/>
            </a:xfrm>
            <a:prstGeom prst="rect">
              <a:avLst/>
            </a:prstGeom>
            <a:noFill/>
            <a:ln>
              <a:noFill/>
            </a:ln>
          </p:spPr>
        </p:pic>
        <p:pic>
          <p:nvPicPr>
            <p:cNvPr id="328" name="Google Shape;328;p28"/>
            <p:cNvPicPr preferRelativeResize="0"/>
            <p:nvPr/>
          </p:nvPicPr>
          <p:blipFill>
            <a:blip r:embed="rId6">
              <a:alphaModFix/>
            </a:blip>
            <a:stretch>
              <a:fillRect/>
            </a:stretch>
          </p:blipFill>
          <p:spPr>
            <a:xfrm rot="-391316">
              <a:off x="470542" y="2882495"/>
              <a:ext cx="477490" cy="323710"/>
            </a:xfrm>
            <a:prstGeom prst="rect">
              <a:avLst/>
            </a:prstGeom>
            <a:noFill/>
            <a:ln>
              <a:noFill/>
            </a:ln>
          </p:spPr>
        </p:pic>
      </p:grpSp>
      <p:grpSp>
        <p:nvGrpSpPr>
          <p:cNvPr id="329" name="Google Shape;329;p28"/>
          <p:cNvGrpSpPr/>
          <p:nvPr/>
        </p:nvGrpSpPr>
        <p:grpSpPr>
          <a:xfrm rot="683787">
            <a:off x="386195" y="2455489"/>
            <a:ext cx="866161" cy="1709652"/>
            <a:chOff x="7820337" y="851201"/>
            <a:chExt cx="866146" cy="1709623"/>
          </a:xfrm>
        </p:grpSpPr>
        <p:pic>
          <p:nvPicPr>
            <p:cNvPr id="330" name="Google Shape;330;p28"/>
            <p:cNvPicPr preferRelativeResize="0"/>
            <p:nvPr/>
          </p:nvPicPr>
          <p:blipFill>
            <a:blip r:embed="rId5">
              <a:alphaModFix/>
            </a:blip>
            <a:stretch>
              <a:fillRect/>
            </a:stretch>
          </p:blipFill>
          <p:spPr>
            <a:xfrm rot="6912888">
              <a:off x="8106475" y="2058718"/>
              <a:ext cx="613720" cy="314843"/>
            </a:xfrm>
            <a:prstGeom prst="rect">
              <a:avLst/>
            </a:prstGeom>
            <a:noFill/>
            <a:ln>
              <a:noFill/>
            </a:ln>
          </p:spPr>
        </p:pic>
        <p:pic>
          <p:nvPicPr>
            <p:cNvPr id="331" name="Google Shape;331;p28"/>
            <p:cNvPicPr preferRelativeResize="0"/>
            <p:nvPr/>
          </p:nvPicPr>
          <p:blipFill>
            <a:blip r:embed="rId6">
              <a:alphaModFix/>
            </a:blip>
            <a:stretch>
              <a:fillRect/>
            </a:stretch>
          </p:blipFill>
          <p:spPr>
            <a:xfrm flipH="1" rot="858812">
              <a:off x="7846697" y="1297015"/>
              <a:ext cx="386000" cy="261708"/>
            </a:xfrm>
            <a:prstGeom prst="rect">
              <a:avLst/>
            </a:prstGeom>
            <a:noFill/>
            <a:ln>
              <a:noFill/>
            </a:ln>
          </p:spPr>
        </p:pic>
        <p:pic>
          <p:nvPicPr>
            <p:cNvPr id="332" name="Google Shape;332;p28"/>
            <p:cNvPicPr preferRelativeResize="0"/>
            <p:nvPr/>
          </p:nvPicPr>
          <p:blipFill>
            <a:blip r:embed="rId6">
              <a:alphaModFix/>
            </a:blip>
            <a:stretch>
              <a:fillRect/>
            </a:stretch>
          </p:blipFill>
          <p:spPr>
            <a:xfrm rot="-694079">
              <a:off x="8180791" y="894629"/>
              <a:ext cx="465067" cy="315292"/>
            </a:xfrm>
            <a:prstGeom prst="rect">
              <a:avLst/>
            </a:prstGeom>
            <a:noFill/>
            <a:ln>
              <a:noFill/>
            </a:ln>
          </p:spPr>
        </p:pic>
      </p:grpSp>
      <p:sp>
        <p:nvSpPr>
          <p:cNvPr id="333" name="Google Shape;333;p28"/>
          <p:cNvSpPr/>
          <p:nvPr/>
        </p:nvSpPr>
        <p:spPr>
          <a:xfrm flipH="1" rot="5400000">
            <a:off x="3582725" y="-2235975"/>
            <a:ext cx="212100" cy="48930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ebo"/>
              <a:ea typeface="Heebo"/>
              <a:cs typeface="Heebo"/>
              <a:sym typeface="Heeb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29"/>
          <p:cNvPicPr preferRelativeResize="0"/>
          <p:nvPr>
            <p:ph idx="3" type="pic"/>
          </p:nvPr>
        </p:nvPicPr>
        <p:blipFill rotWithShape="1">
          <a:blip r:embed="rId3">
            <a:alphaModFix/>
          </a:blip>
          <a:srcRect b="5608" l="67285" r="0" t="8768"/>
          <a:stretch/>
        </p:blipFill>
        <p:spPr>
          <a:xfrm flipH="1">
            <a:off x="-105700" y="117425"/>
            <a:ext cx="3493499" cy="5143501"/>
          </a:xfrm>
          <a:prstGeom prst="rect">
            <a:avLst/>
          </a:prstGeom>
        </p:spPr>
      </p:pic>
      <p:pic>
        <p:nvPicPr>
          <p:cNvPr id="339" name="Google Shape;339;p29"/>
          <p:cNvPicPr preferRelativeResize="0"/>
          <p:nvPr/>
        </p:nvPicPr>
        <p:blipFill rotWithShape="1">
          <a:blip r:embed="rId4">
            <a:alphaModFix/>
          </a:blip>
          <a:srcRect b="4601" l="0" r="0" t="9554"/>
          <a:stretch/>
        </p:blipFill>
        <p:spPr>
          <a:xfrm rot="10800000">
            <a:off x="2919499" y="1577"/>
            <a:ext cx="5504151" cy="5140348"/>
          </a:xfrm>
          <a:prstGeom prst="rect">
            <a:avLst/>
          </a:prstGeom>
          <a:noFill/>
          <a:ln>
            <a:noFill/>
          </a:ln>
        </p:spPr>
      </p:pic>
      <p:sp>
        <p:nvSpPr>
          <p:cNvPr id="340" name="Google Shape;340;p29"/>
          <p:cNvSpPr/>
          <p:nvPr/>
        </p:nvSpPr>
        <p:spPr>
          <a:xfrm flipH="1" rot="5400000">
            <a:off x="5631600" y="-1875225"/>
            <a:ext cx="212100" cy="44880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ebo"/>
              <a:ea typeface="Heebo"/>
              <a:cs typeface="Heebo"/>
              <a:sym typeface="Heebo"/>
            </a:endParaRPr>
          </a:p>
        </p:txBody>
      </p:sp>
      <p:grpSp>
        <p:nvGrpSpPr>
          <p:cNvPr id="341" name="Google Shape;341;p29"/>
          <p:cNvGrpSpPr/>
          <p:nvPr/>
        </p:nvGrpSpPr>
        <p:grpSpPr>
          <a:xfrm rot="-2700000">
            <a:off x="6326671" y="173180"/>
            <a:ext cx="1026396" cy="1295350"/>
            <a:chOff x="431294" y="2504189"/>
            <a:chExt cx="1026406" cy="1295362"/>
          </a:xfrm>
        </p:grpSpPr>
        <p:pic>
          <p:nvPicPr>
            <p:cNvPr id="342" name="Google Shape;342;p29"/>
            <p:cNvPicPr preferRelativeResize="0"/>
            <p:nvPr/>
          </p:nvPicPr>
          <p:blipFill>
            <a:blip r:embed="rId5">
              <a:alphaModFix/>
            </a:blip>
            <a:stretch>
              <a:fillRect/>
            </a:stretch>
          </p:blipFill>
          <p:spPr>
            <a:xfrm rot="-981703">
              <a:off x="463212" y="2584256"/>
              <a:ext cx="613719" cy="314843"/>
            </a:xfrm>
            <a:prstGeom prst="rect">
              <a:avLst/>
            </a:prstGeom>
            <a:noFill/>
            <a:ln>
              <a:noFill/>
            </a:ln>
          </p:spPr>
        </p:pic>
        <p:pic>
          <p:nvPicPr>
            <p:cNvPr id="343" name="Google Shape;343;p29"/>
            <p:cNvPicPr preferRelativeResize="0"/>
            <p:nvPr/>
          </p:nvPicPr>
          <p:blipFill>
            <a:blip r:embed="rId6">
              <a:alphaModFix/>
            </a:blip>
            <a:stretch>
              <a:fillRect/>
            </a:stretch>
          </p:blipFill>
          <p:spPr>
            <a:xfrm flipH="1" rot="858812">
              <a:off x="629784" y="3494190"/>
              <a:ext cx="386000" cy="261708"/>
            </a:xfrm>
            <a:prstGeom prst="rect">
              <a:avLst/>
            </a:prstGeom>
            <a:noFill/>
            <a:ln>
              <a:noFill/>
            </a:ln>
          </p:spPr>
        </p:pic>
        <p:pic>
          <p:nvPicPr>
            <p:cNvPr id="344" name="Google Shape;344;p29"/>
            <p:cNvPicPr preferRelativeResize="0"/>
            <p:nvPr/>
          </p:nvPicPr>
          <p:blipFill>
            <a:blip r:embed="rId6">
              <a:alphaModFix/>
            </a:blip>
            <a:stretch>
              <a:fillRect/>
            </a:stretch>
          </p:blipFill>
          <p:spPr>
            <a:xfrm rot="-391316">
              <a:off x="963367" y="2983095"/>
              <a:ext cx="477490" cy="323710"/>
            </a:xfrm>
            <a:prstGeom prst="rect">
              <a:avLst/>
            </a:prstGeom>
            <a:noFill/>
            <a:ln>
              <a:noFill/>
            </a:ln>
          </p:spPr>
        </p:pic>
      </p:grpSp>
      <p:grpSp>
        <p:nvGrpSpPr>
          <p:cNvPr id="345" name="Google Shape;345;p29"/>
          <p:cNvGrpSpPr/>
          <p:nvPr/>
        </p:nvGrpSpPr>
        <p:grpSpPr>
          <a:xfrm rot="-4004383">
            <a:off x="1989246" y="2598471"/>
            <a:ext cx="866102" cy="1192811"/>
            <a:chOff x="7820337" y="1253362"/>
            <a:chExt cx="866121" cy="1192838"/>
          </a:xfrm>
        </p:grpSpPr>
        <p:pic>
          <p:nvPicPr>
            <p:cNvPr id="346" name="Google Shape;346;p29"/>
            <p:cNvPicPr preferRelativeResize="0"/>
            <p:nvPr/>
          </p:nvPicPr>
          <p:blipFill>
            <a:blip r:embed="rId5">
              <a:alphaModFix/>
            </a:blip>
            <a:stretch>
              <a:fillRect/>
            </a:stretch>
          </p:blipFill>
          <p:spPr>
            <a:xfrm rot="6912888">
              <a:off x="8106450" y="1944093"/>
              <a:ext cx="613720" cy="314843"/>
            </a:xfrm>
            <a:prstGeom prst="rect">
              <a:avLst/>
            </a:prstGeom>
            <a:noFill/>
            <a:ln>
              <a:noFill/>
            </a:ln>
          </p:spPr>
        </p:pic>
        <p:pic>
          <p:nvPicPr>
            <p:cNvPr id="347" name="Google Shape;347;p29"/>
            <p:cNvPicPr preferRelativeResize="0"/>
            <p:nvPr/>
          </p:nvPicPr>
          <p:blipFill>
            <a:blip r:embed="rId6">
              <a:alphaModFix/>
            </a:blip>
            <a:stretch>
              <a:fillRect/>
            </a:stretch>
          </p:blipFill>
          <p:spPr>
            <a:xfrm flipH="1" rot="858812">
              <a:off x="7846697" y="1297015"/>
              <a:ext cx="386000" cy="261708"/>
            </a:xfrm>
            <a:prstGeom prst="rect">
              <a:avLst/>
            </a:prstGeom>
            <a:noFill/>
            <a:ln>
              <a:noFill/>
            </a:ln>
          </p:spPr>
        </p:pic>
      </p:grpSp>
      <p:sp>
        <p:nvSpPr>
          <p:cNvPr id="348" name="Google Shape;348;p29"/>
          <p:cNvSpPr txBox="1"/>
          <p:nvPr/>
        </p:nvSpPr>
        <p:spPr>
          <a:xfrm>
            <a:off x="3562325" y="474825"/>
            <a:ext cx="1887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t>Objective</a:t>
            </a:r>
            <a:endParaRPr sz="2400">
              <a:solidFill>
                <a:schemeClr val="dk1"/>
              </a:solidFill>
              <a:latin typeface="Heebo"/>
              <a:ea typeface="Heebo"/>
              <a:cs typeface="Heebo"/>
              <a:sym typeface="Heebo"/>
            </a:endParaRPr>
          </a:p>
        </p:txBody>
      </p:sp>
      <p:sp>
        <p:nvSpPr>
          <p:cNvPr id="349" name="Google Shape;349;p29"/>
          <p:cNvSpPr txBox="1"/>
          <p:nvPr/>
        </p:nvSpPr>
        <p:spPr>
          <a:xfrm>
            <a:off x="3336525" y="1255375"/>
            <a:ext cx="51765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The primary objective of this project is to </a:t>
            </a:r>
            <a:r>
              <a:rPr b="1" lang="en" sz="1600"/>
              <a:t>analyze agricultural data from different seasons and identify meaningful patterns, trends, relationships and differences in agricultural performance.</a:t>
            </a:r>
            <a:endParaRPr b="1" sz="1600"/>
          </a:p>
          <a:p>
            <a:pPr indent="0" lvl="0" marL="0" rtl="0" algn="l">
              <a:spcBef>
                <a:spcPts val="0"/>
              </a:spcBef>
              <a:spcAft>
                <a:spcPts val="0"/>
              </a:spcAft>
              <a:buNone/>
            </a:pPr>
            <a:r>
              <a:t/>
            </a:r>
            <a:endParaRPr b="1" sz="1600"/>
          </a:p>
          <a:p>
            <a:pPr indent="0" lvl="0" marL="0" rtl="0" algn="l">
              <a:spcBef>
                <a:spcPts val="0"/>
              </a:spcBef>
              <a:spcAft>
                <a:spcPts val="0"/>
              </a:spcAft>
              <a:buNone/>
            </a:pPr>
            <a:r>
              <a:rPr lang="en" sz="1600"/>
              <a:t>Students should independently:</a:t>
            </a:r>
            <a:endParaRPr sz="1600"/>
          </a:p>
          <a:p>
            <a:pPr indent="-330200" lvl="0" marL="457200" rtl="0" algn="l">
              <a:spcBef>
                <a:spcPts val="0"/>
              </a:spcBef>
              <a:spcAft>
                <a:spcPts val="0"/>
              </a:spcAft>
              <a:buSzPts val="1600"/>
              <a:buChar char="●"/>
            </a:pPr>
            <a:r>
              <a:rPr lang="en" sz="1600"/>
              <a:t>Explore and understand the dataset.</a:t>
            </a:r>
            <a:endParaRPr sz="1600"/>
          </a:p>
          <a:p>
            <a:pPr indent="-330200" lvl="0" marL="457200" rtl="0" algn="l">
              <a:spcBef>
                <a:spcPts val="0"/>
              </a:spcBef>
              <a:spcAft>
                <a:spcPts val="0"/>
              </a:spcAft>
              <a:buSzPts val="1600"/>
              <a:buChar char="●"/>
            </a:pPr>
            <a:r>
              <a:rPr lang="en" sz="1600"/>
              <a:t>Clean and prepare the data for analysis.</a:t>
            </a:r>
            <a:endParaRPr sz="1600"/>
          </a:p>
          <a:p>
            <a:pPr indent="-330200" lvl="0" marL="457200" rtl="0" algn="l">
              <a:spcBef>
                <a:spcPts val="0"/>
              </a:spcBef>
              <a:spcAft>
                <a:spcPts val="0"/>
              </a:spcAft>
              <a:buSzPts val="1600"/>
              <a:buChar char="●"/>
            </a:pPr>
            <a:r>
              <a:rPr lang="en" sz="1600"/>
              <a:t>Examine how agricultural performance varies across seasons.</a:t>
            </a:r>
            <a:endParaRPr sz="1600"/>
          </a:p>
          <a:p>
            <a:pPr indent="-330200" lvl="0" marL="457200" rtl="0" algn="l">
              <a:spcBef>
                <a:spcPts val="0"/>
              </a:spcBef>
              <a:spcAft>
                <a:spcPts val="0"/>
              </a:spcAft>
              <a:buSzPts val="1600"/>
              <a:buChar char="●"/>
            </a:pPr>
            <a:r>
              <a:rPr lang="en" sz="1600"/>
              <a:t>Identify important seasonal patterns and trends.</a:t>
            </a:r>
            <a:endParaRPr sz="1600"/>
          </a:p>
          <a:p>
            <a:pPr indent="-330200" lvl="0" marL="457200" rtl="0" algn="l">
              <a:spcBef>
                <a:spcPts val="0"/>
              </a:spcBef>
              <a:spcAft>
                <a:spcPts val="0"/>
              </a:spcAft>
              <a:buSzPts val="1600"/>
              <a:buChar char="●"/>
            </a:pPr>
            <a:r>
              <a:rPr lang="en" sz="1600"/>
              <a:t>Investigate relationships between seasonal conditions and agricultural outcomes.</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t/>
            </a:r>
            <a:endParaRPr b="1" sz="1600"/>
          </a:p>
        </p:txBody>
      </p:sp>
      <p:sp>
        <p:nvSpPr>
          <p:cNvPr id="350" name="Google Shape;350;p29"/>
          <p:cNvSpPr/>
          <p:nvPr/>
        </p:nvSpPr>
        <p:spPr>
          <a:xfrm>
            <a:off x="3242900" y="566025"/>
            <a:ext cx="319422" cy="355070"/>
          </a:xfrm>
          <a:custGeom>
            <a:rect b="b" l="l" r="r" t="t"/>
            <a:pathLst>
              <a:path extrusionOk="0" h="604375" w="519385">
                <a:moveTo>
                  <a:pt x="493056" y="215994"/>
                </a:moveTo>
                <a:cubicBezTo>
                  <a:pt x="479264" y="191957"/>
                  <a:pt x="459732" y="171788"/>
                  <a:pt x="436571" y="157669"/>
                </a:cubicBezTo>
                <a:cubicBezTo>
                  <a:pt x="413138" y="143380"/>
                  <a:pt x="386528" y="135619"/>
                  <a:pt x="359682" y="135218"/>
                </a:cubicBezTo>
                <a:cubicBezTo>
                  <a:pt x="351115" y="135061"/>
                  <a:pt x="342654" y="136039"/>
                  <a:pt x="334382" y="137704"/>
                </a:cubicBezTo>
                <a:cubicBezTo>
                  <a:pt x="354689" y="103919"/>
                  <a:pt x="361905" y="64891"/>
                  <a:pt x="354707" y="27519"/>
                </a:cubicBezTo>
                <a:cubicBezTo>
                  <a:pt x="351369" y="10181"/>
                  <a:pt x="340210" y="3938"/>
                  <a:pt x="333861" y="1757"/>
                </a:cubicBezTo>
                <a:cubicBezTo>
                  <a:pt x="318451" y="-3536"/>
                  <a:pt x="298951" y="3223"/>
                  <a:pt x="278966" y="20787"/>
                </a:cubicBezTo>
                <a:cubicBezTo>
                  <a:pt x="247768" y="48195"/>
                  <a:pt x="220586" y="96979"/>
                  <a:pt x="223648" y="149291"/>
                </a:cubicBezTo>
                <a:cubicBezTo>
                  <a:pt x="203996" y="142158"/>
                  <a:pt x="182103" y="134836"/>
                  <a:pt x="159763" y="135218"/>
                </a:cubicBezTo>
                <a:cubicBezTo>
                  <a:pt x="105578" y="136025"/>
                  <a:pt x="54452" y="166974"/>
                  <a:pt x="26338" y="215976"/>
                </a:cubicBezTo>
                <a:cubicBezTo>
                  <a:pt x="1310" y="259499"/>
                  <a:pt x="-6068" y="315721"/>
                  <a:pt x="5008" y="378578"/>
                </a:cubicBezTo>
                <a:cubicBezTo>
                  <a:pt x="14142" y="430420"/>
                  <a:pt x="35417" y="483364"/>
                  <a:pt x="63378" y="523816"/>
                </a:cubicBezTo>
                <a:cubicBezTo>
                  <a:pt x="94461" y="568866"/>
                  <a:pt x="119923" y="592668"/>
                  <a:pt x="145939" y="600991"/>
                </a:cubicBezTo>
                <a:cubicBezTo>
                  <a:pt x="153436" y="603384"/>
                  <a:pt x="160523" y="604375"/>
                  <a:pt x="167315" y="604375"/>
                </a:cubicBezTo>
                <a:cubicBezTo>
                  <a:pt x="183929" y="604375"/>
                  <a:pt x="198735" y="598441"/>
                  <a:pt x="213195" y="592645"/>
                </a:cubicBezTo>
                <a:cubicBezTo>
                  <a:pt x="227443" y="586932"/>
                  <a:pt x="242161" y="581034"/>
                  <a:pt x="259706" y="580555"/>
                </a:cubicBezTo>
                <a:cubicBezTo>
                  <a:pt x="277445" y="581034"/>
                  <a:pt x="292237" y="586946"/>
                  <a:pt x="306559" y="592668"/>
                </a:cubicBezTo>
                <a:cubicBezTo>
                  <a:pt x="326903" y="600792"/>
                  <a:pt x="347938" y="609194"/>
                  <a:pt x="373695" y="600903"/>
                </a:cubicBezTo>
                <a:cubicBezTo>
                  <a:pt x="399595" y="592566"/>
                  <a:pt x="424979" y="568792"/>
                  <a:pt x="456002" y="523830"/>
                </a:cubicBezTo>
                <a:cubicBezTo>
                  <a:pt x="483968" y="483364"/>
                  <a:pt x="505247" y="430420"/>
                  <a:pt x="514377" y="378578"/>
                </a:cubicBezTo>
                <a:cubicBezTo>
                  <a:pt x="525453" y="315726"/>
                  <a:pt x="518075" y="259499"/>
                  <a:pt x="493056" y="215994"/>
                </a:cubicBezTo>
                <a:close/>
                <a:moveTo>
                  <a:pt x="291688" y="58094"/>
                </a:moveTo>
                <a:cubicBezTo>
                  <a:pt x="304249" y="43680"/>
                  <a:pt x="315075" y="37635"/>
                  <a:pt x="320318" y="35938"/>
                </a:cubicBezTo>
                <a:cubicBezTo>
                  <a:pt x="330112" y="90980"/>
                  <a:pt x="298190" y="129976"/>
                  <a:pt x="288082" y="140696"/>
                </a:cubicBezTo>
                <a:cubicBezTo>
                  <a:pt x="275706" y="153824"/>
                  <a:pt x="265239" y="158744"/>
                  <a:pt x="260472" y="159827"/>
                </a:cubicBezTo>
                <a:cubicBezTo>
                  <a:pt x="252988" y="119845"/>
                  <a:pt x="271598" y="81140"/>
                  <a:pt x="291688" y="58094"/>
                </a:cubicBezTo>
                <a:close/>
                <a:moveTo>
                  <a:pt x="479569" y="372423"/>
                </a:moveTo>
                <a:cubicBezTo>
                  <a:pt x="471412" y="418727"/>
                  <a:pt x="451737" y="467792"/>
                  <a:pt x="426929" y="503684"/>
                </a:cubicBezTo>
                <a:cubicBezTo>
                  <a:pt x="349796" y="615479"/>
                  <a:pt x="341736" y="550108"/>
                  <a:pt x="264857" y="545345"/>
                </a:cubicBezTo>
                <a:cubicBezTo>
                  <a:pt x="262842" y="545018"/>
                  <a:pt x="256529" y="545027"/>
                  <a:pt x="254570" y="545340"/>
                </a:cubicBezTo>
                <a:cubicBezTo>
                  <a:pt x="178340" y="549961"/>
                  <a:pt x="169755" y="615728"/>
                  <a:pt x="92442" y="503671"/>
                </a:cubicBezTo>
                <a:cubicBezTo>
                  <a:pt x="67644" y="467792"/>
                  <a:pt x="47968" y="418727"/>
                  <a:pt x="39812" y="372427"/>
                </a:cubicBezTo>
                <a:cubicBezTo>
                  <a:pt x="17314" y="244734"/>
                  <a:pt x="84068" y="171761"/>
                  <a:pt x="160343" y="170626"/>
                </a:cubicBezTo>
                <a:cubicBezTo>
                  <a:pt x="178299" y="170290"/>
                  <a:pt x="199320" y="178091"/>
                  <a:pt x="216363" y="184321"/>
                </a:cubicBezTo>
                <a:cubicBezTo>
                  <a:pt x="257378" y="199316"/>
                  <a:pt x="262828" y="199316"/>
                  <a:pt x="303488" y="184298"/>
                </a:cubicBezTo>
                <a:cubicBezTo>
                  <a:pt x="321254" y="177741"/>
                  <a:pt x="341413" y="170290"/>
                  <a:pt x="359097" y="170626"/>
                </a:cubicBezTo>
                <a:cubicBezTo>
                  <a:pt x="433339" y="171733"/>
                  <a:pt x="502462" y="242484"/>
                  <a:pt x="479569" y="3724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30"/>
          <p:cNvPicPr preferRelativeResize="0"/>
          <p:nvPr>
            <p:ph idx="3" type="pic"/>
          </p:nvPr>
        </p:nvPicPr>
        <p:blipFill rotWithShape="1">
          <a:blip r:embed="rId3">
            <a:alphaModFix/>
          </a:blip>
          <a:srcRect b="5608" l="67285" r="0" t="8768"/>
          <a:stretch/>
        </p:blipFill>
        <p:spPr>
          <a:xfrm flipH="1">
            <a:off x="0" y="0"/>
            <a:ext cx="3493499" cy="5143501"/>
          </a:xfrm>
          <a:prstGeom prst="rect">
            <a:avLst/>
          </a:prstGeom>
        </p:spPr>
      </p:pic>
      <p:pic>
        <p:nvPicPr>
          <p:cNvPr id="356" name="Google Shape;356;p30"/>
          <p:cNvPicPr preferRelativeResize="0"/>
          <p:nvPr/>
        </p:nvPicPr>
        <p:blipFill rotWithShape="1">
          <a:blip r:embed="rId4">
            <a:alphaModFix/>
          </a:blip>
          <a:srcRect b="4601" l="0" r="0" t="9554"/>
          <a:stretch/>
        </p:blipFill>
        <p:spPr>
          <a:xfrm rot="10800000">
            <a:off x="2866749" y="1577"/>
            <a:ext cx="5504151" cy="5140348"/>
          </a:xfrm>
          <a:prstGeom prst="rect">
            <a:avLst/>
          </a:prstGeom>
          <a:noFill/>
          <a:ln>
            <a:noFill/>
          </a:ln>
        </p:spPr>
      </p:pic>
      <p:sp>
        <p:nvSpPr>
          <p:cNvPr id="357" name="Google Shape;357;p30"/>
          <p:cNvSpPr/>
          <p:nvPr/>
        </p:nvSpPr>
        <p:spPr>
          <a:xfrm flipH="1" rot="5400000">
            <a:off x="5631600" y="-1875225"/>
            <a:ext cx="212100" cy="4488000"/>
          </a:xfrm>
          <a:prstGeom prst="rightBracket">
            <a:avLst>
              <a:gd fmla="val 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ebo"/>
              <a:ea typeface="Heebo"/>
              <a:cs typeface="Heebo"/>
              <a:sym typeface="Heebo"/>
            </a:endParaRPr>
          </a:p>
        </p:txBody>
      </p:sp>
      <p:grpSp>
        <p:nvGrpSpPr>
          <p:cNvPr id="358" name="Google Shape;358;p30"/>
          <p:cNvGrpSpPr/>
          <p:nvPr/>
        </p:nvGrpSpPr>
        <p:grpSpPr>
          <a:xfrm rot="-4004383">
            <a:off x="1989246" y="2598471"/>
            <a:ext cx="866102" cy="1192811"/>
            <a:chOff x="7820337" y="1253362"/>
            <a:chExt cx="866121" cy="1192838"/>
          </a:xfrm>
        </p:grpSpPr>
        <p:pic>
          <p:nvPicPr>
            <p:cNvPr id="359" name="Google Shape;359;p30"/>
            <p:cNvPicPr preferRelativeResize="0"/>
            <p:nvPr/>
          </p:nvPicPr>
          <p:blipFill>
            <a:blip r:embed="rId5">
              <a:alphaModFix/>
            </a:blip>
            <a:stretch>
              <a:fillRect/>
            </a:stretch>
          </p:blipFill>
          <p:spPr>
            <a:xfrm rot="6912888">
              <a:off x="8106450" y="1944093"/>
              <a:ext cx="613720" cy="314843"/>
            </a:xfrm>
            <a:prstGeom prst="rect">
              <a:avLst/>
            </a:prstGeom>
            <a:noFill/>
            <a:ln>
              <a:noFill/>
            </a:ln>
          </p:spPr>
        </p:pic>
        <p:pic>
          <p:nvPicPr>
            <p:cNvPr id="360" name="Google Shape;360;p30"/>
            <p:cNvPicPr preferRelativeResize="0"/>
            <p:nvPr/>
          </p:nvPicPr>
          <p:blipFill>
            <a:blip r:embed="rId6">
              <a:alphaModFix/>
            </a:blip>
            <a:stretch>
              <a:fillRect/>
            </a:stretch>
          </p:blipFill>
          <p:spPr>
            <a:xfrm flipH="1" rot="858812">
              <a:off x="7846697" y="1297015"/>
              <a:ext cx="386000" cy="261708"/>
            </a:xfrm>
            <a:prstGeom prst="rect">
              <a:avLst/>
            </a:prstGeom>
            <a:noFill/>
            <a:ln>
              <a:noFill/>
            </a:ln>
          </p:spPr>
        </p:pic>
      </p:grpSp>
      <p:sp>
        <p:nvSpPr>
          <p:cNvPr id="361" name="Google Shape;361;p30"/>
          <p:cNvSpPr txBox="1"/>
          <p:nvPr/>
        </p:nvSpPr>
        <p:spPr>
          <a:xfrm>
            <a:off x="3388000" y="795950"/>
            <a:ext cx="4659600" cy="2647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Compare relevant groups within different  seasons.</a:t>
            </a:r>
            <a:endParaRPr sz="1600"/>
          </a:p>
          <a:p>
            <a:pPr indent="-330200" lvl="0" marL="457200" rtl="0" algn="l">
              <a:spcBef>
                <a:spcPts val="0"/>
              </a:spcBef>
              <a:spcAft>
                <a:spcPts val="0"/>
              </a:spcAft>
              <a:buSzPts val="1600"/>
              <a:buChar char="●"/>
            </a:pPr>
            <a:r>
              <a:rPr lang="en" sz="1600"/>
              <a:t>Identify significant differences or unusual   patterns.</a:t>
            </a:r>
            <a:endParaRPr sz="1600"/>
          </a:p>
          <a:p>
            <a:pPr indent="-330200" lvl="0" marL="457200" rtl="0" algn="l">
              <a:spcBef>
                <a:spcPts val="0"/>
              </a:spcBef>
              <a:spcAft>
                <a:spcPts val="0"/>
              </a:spcAft>
              <a:buSzPts val="1600"/>
              <a:buChar char="●"/>
            </a:pPr>
            <a:r>
              <a:rPr lang="en" sz="1600"/>
              <a:t>Apply appropriate statistical and visualization techniques.</a:t>
            </a:r>
            <a:endParaRPr sz="1600"/>
          </a:p>
          <a:p>
            <a:pPr indent="-330200" lvl="0" marL="457200" rtl="0" algn="l">
              <a:spcBef>
                <a:spcPts val="0"/>
              </a:spcBef>
              <a:spcAft>
                <a:spcPts val="0"/>
              </a:spcAft>
              <a:buSzPts val="1600"/>
              <a:buChar char="●"/>
            </a:pPr>
            <a:r>
              <a:rPr lang="en" sz="1600"/>
              <a:t>Interpret findings based on evidence from the dataset.</a:t>
            </a:r>
            <a:endParaRPr sz="1600"/>
          </a:p>
          <a:p>
            <a:pPr indent="-330200" lvl="0" marL="457200" rtl="0" algn="l">
              <a:spcBef>
                <a:spcPts val="0"/>
              </a:spcBef>
              <a:spcAft>
                <a:spcPts val="0"/>
              </a:spcAft>
              <a:buSzPts val="1600"/>
              <a:buChar char="●"/>
            </a:pPr>
            <a:r>
              <a:rPr lang="en" sz="1600"/>
              <a:t>Develop meaningful conclusions and data-   driven recommendations.</a:t>
            </a:r>
            <a:endParaRPr sz="1600"/>
          </a:p>
        </p:txBody>
      </p:sp>
      <p:grpSp>
        <p:nvGrpSpPr>
          <p:cNvPr id="362" name="Google Shape;362;p30"/>
          <p:cNvGrpSpPr/>
          <p:nvPr/>
        </p:nvGrpSpPr>
        <p:grpSpPr>
          <a:xfrm rot="-2700000">
            <a:off x="5311171" y="3674955"/>
            <a:ext cx="1026396" cy="1295350"/>
            <a:chOff x="431294" y="2504189"/>
            <a:chExt cx="1026406" cy="1295362"/>
          </a:xfrm>
        </p:grpSpPr>
        <p:pic>
          <p:nvPicPr>
            <p:cNvPr id="363" name="Google Shape;363;p30"/>
            <p:cNvPicPr preferRelativeResize="0"/>
            <p:nvPr/>
          </p:nvPicPr>
          <p:blipFill>
            <a:blip r:embed="rId5">
              <a:alphaModFix/>
            </a:blip>
            <a:stretch>
              <a:fillRect/>
            </a:stretch>
          </p:blipFill>
          <p:spPr>
            <a:xfrm rot="-981703">
              <a:off x="463212" y="2584256"/>
              <a:ext cx="613719" cy="314843"/>
            </a:xfrm>
            <a:prstGeom prst="rect">
              <a:avLst/>
            </a:prstGeom>
            <a:noFill/>
            <a:ln>
              <a:noFill/>
            </a:ln>
          </p:spPr>
        </p:pic>
        <p:pic>
          <p:nvPicPr>
            <p:cNvPr id="364" name="Google Shape;364;p30"/>
            <p:cNvPicPr preferRelativeResize="0"/>
            <p:nvPr/>
          </p:nvPicPr>
          <p:blipFill>
            <a:blip r:embed="rId6">
              <a:alphaModFix/>
            </a:blip>
            <a:stretch>
              <a:fillRect/>
            </a:stretch>
          </p:blipFill>
          <p:spPr>
            <a:xfrm flipH="1" rot="858812">
              <a:off x="629784" y="3494190"/>
              <a:ext cx="386000" cy="261708"/>
            </a:xfrm>
            <a:prstGeom prst="rect">
              <a:avLst/>
            </a:prstGeom>
            <a:noFill/>
            <a:ln>
              <a:noFill/>
            </a:ln>
          </p:spPr>
        </p:pic>
        <p:pic>
          <p:nvPicPr>
            <p:cNvPr id="365" name="Google Shape;365;p30"/>
            <p:cNvPicPr preferRelativeResize="0"/>
            <p:nvPr/>
          </p:nvPicPr>
          <p:blipFill>
            <a:blip r:embed="rId6">
              <a:alphaModFix/>
            </a:blip>
            <a:stretch>
              <a:fillRect/>
            </a:stretch>
          </p:blipFill>
          <p:spPr>
            <a:xfrm rot="-391316">
              <a:off x="963367" y="2983095"/>
              <a:ext cx="477490" cy="32371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1"/>
          <p:cNvSpPr txBox="1"/>
          <p:nvPr>
            <p:ph type="title"/>
          </p:nvPr>
        </p:nvSpPr>
        <p:spPr>
          <a:xfrm>
            <a:off x="720000" y="363331"/>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Times New Roman"/>
                <a:ea typeface="Times New Roman"/>
                <a:cs typeface="Times New Roman"/>
                <a:sym typeface="Times New Roman"/>
              </a:rPr>
              <a:t>WHO ARE THE END USERS?</a:t>
            </a:r>
            <a:endParaRPr sz="2700">
              <a:latin typeface="Times New Roman"/>
              <a:ea typeface="Times New Roman"/>
              <a:cs typeface="Times New Roman"/>
              <a:sym typeface="Times New Roman"/>
            </a:endParaRPr>
          </a:p>
        </p:txBody>
      </p:sp>
      <p:sp>
        <p:nvSpPr>
          <p:cNvPr id="371" name="Google Shape;371;p31"/>
          <p:cNvSpPr txBox="1"/>
          <p:nvPr/>
        </p:nvSpPr>
        <p:spPr>
          <a:xfrm>
            <a:off x="352700" y="936025"/>
            <a:ext cx="7919100" cy="37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t>The </a:t>
            </a:r>
            <a:r>
              <a:rPr b="1" lang="en" sz="1600"/>
              <a:t>Seasonal Agriculture Performance Analysis</a:t>
            </a:r>
            <a:r>
              <a:rPr lang="en" sz="1600"/>
              <a:t> project can be useful for:</a:t>
            </a:r>
            <a:endParaRPr sz="1600"/>
          </a:p>
          <a:p>
            <a:pPr indent="-330200" lvl="0" marL="457200" rtl="0" algn="l">
              <a:lnSpc>
                <a:spcPct val="115000"/>
              </a:lnSpc>
              <a:spcBef>
                <a:spcPts val="1200"/>
              </a:spcBef>
              <a:spcAft>
                <a:spcPts val="0"/>
              </a:spcAft>
              <a:buSzPts val="1600"/>
              <a:buAutoNum type="arabicPeriod"/>
            </a:pPr>
            <a:r>
              <a:rPr b="1" lang="en" sz="1600"/>
              <a:t>Farmers</a:t>
            </a:r>
            <a:r>
              <a:rPr lang="en" sz="1600"/>
              <a:t> – To understand which seasons provide better yield, profitability, and resource efficiency.</a:t>
            </a:r>
            <a:endParaRPr sz="1600"/>
          </a:p>
          <a:p>
            <a:pPr indent="-330200" lvl="0" marL="457200" rtl="0" algn="l">
              <a:lnSpc>
                <a:spcPct val="115000"/>
              </a:lnSpc>
              <a:spcBef>
                <a:spcPts val="0"/>
              </a:spcBef>
              <a:spcAft>
                <a:spcPts val="0"/>
              </a:spcAft>
              <a:buSzPts val="1600"/>
              <a:buAutoNum type="arabicPeriod"/>
            </a:pPr>
            <a:r>
              <a:rPr b="1" lang="en" sz="1600"/>
              <a:t>Agricultural Planners</a:t>
            </a:r>
            <a:r>
              <a:rPr lang="en" sz="1600"/>
              <a:t> – To support seasonal crop and resource planning.</a:t>
            </a:r>
            <a:endParaRPr sz="1600"/>
          </a:p>
          <a:p>
            <a:pPr indent="-330200" lvl="0" marL="457200" rtl="0" algn="l">
              <a:lnSpc>
                <a:spcPct val="115000"/>
              </a:lnSpc>
              <a:spcBef>
                <a:spcPts val="0"/>
              </a:spcBef>
              <a:spcAft>
                <a:spcPts val="0"/>
              </a:spcAft>
              <a:buSzPts val="1600"/>
              <a:buAutoNum type="arabicPeriod"/>
            </a:pPr>
            <a:r>
              <a:rPr b="1" lang="en" sz="1600"/>
              <a:t>Agricultural Researchers</a:t>
            </a:r>
            <a:r>
              <a:rPr lang="en" sz="1600"/>
              <a:t> – To study relationships between environmental conditions and agricultural outcomes.</a:t>
            </a:r>
            <a:endParaRPr sz="1600"/>
          </a:p>
          <a:p>
            <a:pPr indent="-330200" lvl="0" marL="457200" rtl="0" algn="l">
              <a:lnSpc>
                <a:spcPct val="115000"/>
              </a:lnSpc>
              <a:spcBef>
                <a:spcPts val="0"/>
              </a:spcBef>
              <a:spcAft>
                <a:spcPts val="0"/>
              </a:spcAft>
              <a:buSzPts val="1600"/>
              <a:buAutoNum type="arabicPeriod"/>
            </a:pPr>
            <a:r>
              <a:rPr b="1" lang="en" sz="1600"/>
              <a:t>Government &amp; Agriculture Departments</a:t>
            </a:r>
            <a:r>
              <a:rPr lang="en" sz="1600"/>
              <a:t> – To support evidence-based agricultural policies and planning.</a:t>
            </a:r>
            <a:endParaRPr sz="1600"/>
          </a:p>
          <a:p>
            <a:pPr indent="-330200" lvl="0" marL="457200" rtl="0" algn="l">
              <a:lnSpc>
                <a:spcPct val="115000"/>
              </a:lnSpc>
              <a:spcBef>
                <a:spcPts val="0"/>
              </a:spcBef>
              <a:spcAft>
                <a:spcPts val="0"/>
              </a:spcAft>
              <a:buSzPts val="1600"/>
              <a:buAutoNum type="arabicPeriod"/>
            </a:pPr>
            <a:r>
              <a:rPr b="1" lang="en" sz="1600"/>
              <a:t>Agribusinesses</a:t>
            </a:r>
            <a:r>
              <a:rPr lang="en" sz="1600"/>
              <a:t> – To understand production, costs, market performance, and seasonal opportunities.</a:t>
            </a:r>
            <a:endParaRPr sz="1600"/>
          </a:p>
          <a:p>
            <a:pPr indent="-330200" lvl="0" marL="457200" rtl="0" algn="l">
              <a:lnSpc>
                <a:spcPct val="115000"/>
              </a:lnSpc>
              <a:spcBef>
                <a:spcPts val="0"/>
              </a:spcBef>
              <a:spcAft>
                <a:spcPts val="0"/>
              </a:spcAft>
              <a:buSzPts val="1600"/>
              <a:buAutoNum type="arabicPeriod"/>
            </a:pPr>
            <a:r>
              <a:rPr b="1" lang="en" sz="1600"/>
              <a:t>Data Analysts</a:t>
            </a:r>
            <a:r>
              <a:rPr lang="en" sz="1600"/>
              <a:t> – To identify seasonal trends, correlations, and unusual patterns in agricultural data.</a:t>
            </a:r>
            <a:endParaRPr sz="1700">
              <a:solidFill>
                <a:schemeClr val="dk1"/>
              </a:solidFill>
              <a:latin typeface="Heebo"/>
              <a:ea typeface="Heebo"/>
              <a:cs typeface="Heebo"/>
              <a:sym typeface="Heebo"/>
            </a:endParaRPr>
          </a:p>
        </p:txBody>
      </p:sp>
      <p:pic>
        <p:nvPicPr>
          <p:cNvPr id="372" name="Google Shape;372;p31"/>
          <p:cNvPicPr preferRelativeResize="0"/>
          <p:nvPr/>
        </p:nvPicPr>
        <p:blipFill>
          <a:blip r:embed="rId3">
            <a:alphaModFix/>
          </a:blip>
          <a:stretch>
            <a:fillRect/>
          </a:stretch>
        </p:blipFill>
        <p:spPr>
          <a:xfrm rot="-1325760">
            <a:off x="7879227" y="158412"/>
            <a:ext cx="1001947" cy="968349"/>
          </a:xfrm>
          <a:prstGeom prst="rect">
            <a:avLst/>
          </a:prstGeom>
          <a:noFill/>
          <a:ln>
            <a:noFill/>
          </a:ln>
        </p:spPr>
      </p:pic>
      <p:grpSp>
        <p:nvGrpSpPr>
          <p:cNvPr id="373" name="Google Shape;373;p31"/>
          <p:cNvGrpSpPr/>
          <p:nvPr/>
        </p:nvGrpSpPr>
        <p:grpSpPr>
          <a:xfrm>
            <a:off x="383307" y="464772"/>
            <a:ext cx="336704" cy="369814"/>
            <a:chOff x="3939392" y="2762859"/>
            <a:chExt cx="353570" cy="388338"/>
          </a:xfrm>
        </p:grpSpPr>
        <p:sp>
          <p:nvSpPr>
            <p:cNvPr id="374" name="Google Shape;374;p31"/>
            <p:cNvSpPr/>
            <p:nvPr/>
          </p:nvSpPr>
          <p:spPr>
            <a:xfrm>
              <a:off x="3939392" y="2808116"/>
              <a:ext cx="95101" cy="343081"/>
            </a:xfrm>
            <a:custGeom>
              <a:rect b="b" l="l" r="r" t="t"/>
              <a:pathLst>
                <a:path extrusionOk="0" h="531909" w="147443">
                  <a:moveTo>
                    <a:pt x="135253" y="2465"/>
                  </a:moveTo>
                  <a:cubicBezTo>
                    <a:pt x="127747" y="-1370"/>
                    <a:pt x="118833" y="-691"/>
                    <a:pt x="111994" y="4229"/>
                  </a:cubicBezTo>
                  <a:lnTo>
                    <a:pt x="73719" y="31777"/>
                  </a:lnTo>
                  <a:lnTo>
                    <a:pt x="35449" y="4229"/>
                  </a:lnTo>
                  <a:cubicBezTo>
                    <a:pt x="28611" y="-691"/>
                    <a:pt x="19697" y="-1370"/>
                    <a:pt x="12191" y="2465"/>
                  </a:cubicBezTo>
                  <a:cubicBezTo>
                    <a:pt x="4671" y="6305"/>
                    <a:pt x="0" y="13934"/>
                    <a:pt x="0" y="22371"/>
                  </a:cubicBezTo>
                  <a:lnTo>
                    <a:pt x="0" y="394496"/>
                  </a:lnTo>
                  <a:cubicBezTo>
                    <a:pt x="0" y="401666"/>
                    <a:pt x="3475" y="408445"/>
                    <a:pt x="9296" y="412634"/>
                  </a:cubicBezTo>
                  <a:lnTo>
                    <a:pt x="56048" y="446287"/>
                  </a:lnTo>
                  <a:lnTo>
                    <a:pt x="56048" y="514272"/>
                  </a:lnTo>
                  <a:cubicBezTo>
                    <a:pt x="56048" y="524014"/>
                    <a:pt x="63963" y="531909"/>
                    <a:pt x="73719" y="531909"/>
                  </a:cubicBezTo>
                  <a:cubicBezTo>
                    <a:pt x="83480" y="531909"/>
                    <a:pt x="91391" y="524014"/>
                    <a:pt x="91391" y="514272"/>
                  </a:cubicBezTo>
                  <a:lnTo>
                    <a:pt x="91391" y="446287"/>
                  </a:lnTo>
                  <a:lnTo>
                    <a:pt x="138147" y="412634"/>
                  </a:lnTo>
                  <a:cubicBezTo>
                    <a:pt x="143969" y="408445"/>
                    <a:pt x="147443" y="401666"/>
                    <a:pt x="147443" y="394496"/>
                  </a:cubicBezTo>
                  <a:lnTo>
                    <a:pt x="147443" y="22371"/>
                  </a:lnTo>
                  <a:cubicBezTo>
                    <a:pt x="147443" y="13934"/>
                    <a:pt x="142772" y="6305"/>
                    <a:pt x="135253" y="2465"/>
                  </a:cubicBezTo>
                  <a:close/>
                  <a:moveTo>
                    <a:pt x="56048" y="402796"/>
                  </a:moveTo>
                  <a:lnTo>
                    <a:pt x="35343" y="387891"/>
                  </a:lnTo>
                  <a:lnTo>
                    <a:pt x="35343" y="344598"/>
                  </a:lnTo>
                  <a:lnTo>
                    <a:pt x="56048" y="358372"/>
                  </a:lnTo>
                  <a:close/>
                  <a:moveTo>
                    <a:pt x="56048" y="315983"/>
                  </a:moveTo>
                  <a:lnTo>
                    <a:pt x="35343" y="302209"/>
                  </a:lnTo>
                  <a:lnTo>
                    <a:pt x="35343" y="238237"/>
                  </a:lnTo>
                  <a:lnTo>
                    <a:pt x="56048" y="252012"/>
                  </a:lnTo>
                  <a:close/>
                  <a:moveTo>
                    <a:pt x="56048" y="209623"/>
                  </a:moveTo>
                  <a:lnTo>
                    <a:pt x="35343" y="195849"/>
                  </a:lnTo>
                  <a:lnTo>
                    <a:pt x="35343" y="131877"/>
                  </a:lnTo>
                  <a:lnTo>
                    <a:pt x="56048" y="145652"/>
                  </a:lnTo>
                  <a:close/>
                  <a:moveTo>
                    <a:pt x="56048" y="103263"/>
                  </a:moveTo>
                  <a:lnTo>
                    <a:pt x="35343" y="89488"/>
                  </a:lnTo>
                  <a:lnTo>
                    <a:pt x="35343" y="47642"/>
                  </a:lnTo>
                  <a:lnTo>
                    <a:pt x="56048" y="62546"/>
                  </a:lnTo>
                  <a:close/>
                  <a:moveTo>
                    <a:pt x="112100" y="387891"/>
                  </a:moveTo>
                  <a:lnTo>
                    <a:pt x="91391" y="402796"/>
                  </a:lnTo>
                  <a:lnTo>
                    <a:pt x="91391" y="356443"/>
                  </a:lnTo>
                  <a:lnTo>
                    <a:pt x="112100" y="342669"/>
                  </a:lnTo>
                  <a:close/>
                  <a:moveTo>
                    <a:pt x="112100" y="300280"/>
                  </a:moveTo>
                  <a:lnTo>
                    <a:pt x="91391" y="314054"/>
                  </a:lnTo>
                  <a:lnTo>
                    <a:pt x="91391" y="250083"/>
                  </a:lnTo>
                  <a:lnTo>
                    <a:pt x="112100" y="236308"/>
                  </a:lnTo>
                  <a:close/>
                  <a:moveTo>
                    <a:pt x="112100" y="193920"/>
                  </a:moveTo>
                  <a:lnTo>
                    <a:pt x="91391" y="207694"/>
                  </a:lnTo>
                  <a:lnTo>
                    <a:pt x="91391" y="143723"/>
                  </a:lnTo>
                  <a:lnTo>
                    <a:pt x="112100" y="129948"/>
                  </a:lnTo>
                  <a:close/>
                  <a:moveTo>
                    <a:pt x="112100" y="87555"/>
                  </a:moveTo>
                  <a:lnTo>
                    <a:pt x="91391" y="101329"/>
                  </a:lnTo>
                  <a:lnTo>
                    <a:pt x="91391" y="62546"/>
                  </a:lnTo>
                  <a:lnTo>
                    <a:pt x="112100" y="476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31"/>
            <p:cNvSpPr/>
            <p:nvPr/>
          </p:nvSpPr>
          <p:spPr>
            <a:xfrm>
              <a:off x="4063719" y="2762859"/>
              <a:ext cx="105210" cy="387860"/>
            </a:xfrm>
            <a:custGeom>
              <a:rect b="b" l="l" r="r" t="t"/>
              <a:pathLst>
                <a:path extrusionOk="0" h="601334" w="163117">
                  <a:moveTo>
                    <a:pt x="150568" y="2536"/>
                  </a:moveTo>
                  <a:cubicBezTo>
                    <a:pt x="142837" y="-1410"/>
                    <a:pt x="133665" y="-712"/>
                    <a:pt x="126628" y="4355"/>
                  </a:cubicBezTo>
                  <a:lnTo>
                    <a:pt x="81561" y="36795"/>
                  </a:lnTo>
                  <a:lnTo>
                    <a:pt x="36494" y="4355"/>
                  </a:lnTo>
                  <a:cubicBezTo>
                    <a:pt x="29453" y="-712"/>
                    <a:pt x="20281" y="-1410"/>
                    <a:pt x="12550" y="2536"/>
                  </a:cubicBezTo>
                  <a:cubicBezTo>
                    <a:pt x="4809" y="6490"/>
                    <a:pt x="0" y="14344"/>
                    <a:pt x="0" y="23030"/>
                  </a:cubicBezTo>
                  <a:lnTo>
                    <a:pt x="0" y="447180"/>
                  </a:lnTo>
                  <a:cubicBezTo>
                    <a:pt x="0" y="454561"/>
                    <a:pt x="3580" y="461542"/>
                    <a:pt x="9572" y="465855"/>
                  </a:cubicBezTo>
                  <a:lnTo>
                    <a:pt x="63889" y="504946"/>
                  </a:lnTo>
                  <a:lnTo>
                    <a:pt x="63889" y="583698"/>
                  </a:lnTo>
                  <a:cubicBezTo>
                    <a:pt x="63889" y="593439"/>
                    <a:pt x="71800" y="601335"/>
                    <a:pt x="81561" y="601335"/>
                  </a:cubicBezTo>
                  <a:cubicBezTo>
                    <a:pt x="91322" y="601335"/>
                    <a:pt x="99233" y="593439"/>
                    <a:pt x="99233" y="583698"/>
                  </a:cubicBezTo>
                  <a:lnTo>
                    <a:pt x="99233" y="504946"/>
                  </a:lnTo>
                  <a:lnTo>
                    <a:pt x="153545" y="465855"/>
                  </a:lnTo>
                  <a:cubicBezTo>
                    <a:pt x="159537" y="461542"/>
                    <a:pt x="163118" y="454561"/>
                    <a:pt x="163118" y="447180"/>
                  </a:cubicBezTo>
                  <a:lnTo>
                    <a:pt x="163118" y="23030"/>
                  </a:lnTo>
                  <a:cubicBezTo>
                    <a:pt x="163118" y="14344"/>
                    <a:pt x="158308" y="6490"/>
                    <a:pt x="150568" y="2536"/>
                  </a:cubicBezTo>
                  <a:close/>
                  <a:moveTo>
                    <a:pt x="127774" y="226073"/>
                  </a:moveTo>
                  <a:cubicBezTo>
                    <a:pt x="127360" y="226302"/>
                    <a:pt x="126955" y="226550"/>
                    <a:pt x="126559" y="226812"/>
                  </a:cubicBezTo>
                  <a:lnTo>
                    <a:pt x="99233" y="244991"/>
                  </a:lnTo>
                  <a:lnTo>
                    <a:pt x="99233" y="181024"/>
                  </a:lnTo>
                  <a:lnTo>
                    <a:pt x="127774" y="162032"/>
                  </a:lnTo>
                  <a:close/>
                  <a:moveTo>
                    <a:pt x="63889" y="244284"/>
                  </a:moveTo>
                  <a:lnTo>
                    <a:pt x="37295" y="226592"/>
                  </a:lnTo>
                  <a:cubicBezTo>
                    <a:pt x="36659" y="226169"/>
                    <a:pt x="36011" y="225797"/>
                    <a:pt x="35343" y="225466"/>
                  </a:cubicBezTo>
                  <a:lnTo>
                    <a:pt x="35343" y="161325"/>
                  </a:lnTo>
                  <a:lnTo>
                    <a:pt x="63889" y="180312"/>
                  </a:lnTo>
                  <a:close/>
                  <a:moveTo>
                    <a:pt x="35343" y="267685"/>
                  </a:moveTo>
                  <a:lnTo>
                    <a:pt x="63889" y="286673"/>
                  </a:lnTo>
                  <a:lnTo>
                    <a:pt x="63889" y="350644"/>
                  </a:lnTo>
                  <a:lnTo>
                    <a:pt x="37295" y="332952"/>
                  </a:lnTo>
                  <a:cubicBezTo>
                    <a:pt x="36659" y="332529"/>
                    <a:pt x="36011" y="332157"/>
                    <a:pt x="35343" y="331826"/>
                  </a:cubicBezTo>
                  <a:close/>
                  <a:moveTo>
                    <a:pt x="99228" y="287385"/>
                  </a:moveTo>
                  <a:lnTo>
                    <a:pt x="127774" y="268397"/>
                  </a:lnTo>
                  <a:lnTo>
                    <a:pt x="127774" y="332433"/>
                  </a:lnTo>
                  <a:cubicBezTo>
                    <a:pt x="127360" y="332662"/>
                    <a:pt x="126955" y="332910"/>
                    <a:pt x="126559" y="333177"/>
                  </a:cubicBezTo>
                  <a:lnTo>
                    <a:pt x="99233" y="351356"/>
                  </a:lnTo>
                  <a:lnTo>
                    <a:pt x="99233" y="287385"/>
                  </a:lnTo>
                  <a:close/>
                  <a:moveTo>
                    <a:pt x="127774" y="47019"/>
                  </a:moveTo>
                  <a:lnTo>
                    <a:pt x="127774" y="119712"/>
                  </a:lnTo>
                  <a:cubicBezTo>
                    <a:pt x="127360" y="119942"/>
                    <a:pt x="126955" y="120185"/>
                    <a:pt x="126559" y="120452"/>
                  </a:cubicBezTo>
                  <a:lnTo>
                    <a:pt x="99233" y="138631"/>
                  </a:lnTo>
                  <a:lnTo>
                    <a:pt x="99233" y="67563"/>
                  </a:lnTo>
                  <a:close/>
                  <a:moveTo>
                    <a:pt x="63889" y="67563"/>
                  </a:moveTo>
                  <a:lnTo>
                    <a:pt x="63889" y="137924"/>
                  </a:lnTo>
                  <a:lnTo>
                    <a:pt x="37295" y="120231"/>
                  </a:lnTo>
                  <a:cubicBezTo>
                    <a:pt x="36659" y="119809"/>
                    <a:pt x="36011" y="119432"/>
                    <a:pt x="35343" y="119106"/>
                  </a:cubicBezTo>
                  <a:lnTo>
                    <a:pt x="35343" y="47019"/>
                  </a:lnTo>
                  <a:close/>
                  <a:moveTo>
                    <a:pt x="35343" y="440915"/>
                  </a:moveTo>
                  <a:lnTo>
                    <a:pt x="35343" y="374050"/>
                  </a:lnTo>
                  <a:lnTo>
                    <a:pt x="63889" y="393033"/>
                  </a:lnTo>
                  <a:lnTo>
                    <a:pt x="63889" y="461459"/>
                  </a:lnTo>
                  <a:close/>
                  <a:moveTo>
                    <a:pt x="99228" y="461459"/>
                  </a:moveTo>
                  <a:lnTo>
                    <a:pt x="99228" y="393745"/>
                  </a:lnTo>
                  <a:lnTo>
                    <a:pt x="127774" y="374757"/>
                  </a:lnTo>
                  <a:lnTo>
                    <a:pt x="127774" y="44091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31"/>
            <p:cNvSpPr/>
            <p:nvPr/>
          </p:nvSpPr>
          <p:spPr>
            <a:xfrm>
              <a:off x="4197858" y="2808116"/>
              <a:ext cx="95103" cy="343081"/>
            </a:xfrm>
            <a:custGeom>
              <a:rect b="b" l="l" r="r" t="t"/>
              <a:pathLst>
                <a:path extrusionOk="0" h="531909" w="147447">
                  <a:moveTo>
                    <a:pt x="135253" y="2465"/>
                  </a:moveTo>
                  <a:cubicBezTo>
                    <a:pt x="127747" y="-1370"/>
                    <a:pt x="118833" y="-691"/>
                    <a:pt x="111994" y="4229"/>
                  </a:cubicBezTo>
                  <a:lnTo>
                    <a:pt x="73724" y="31777"/>
                  </a:lnTo>
                  <a:lnTo>
                    <a:pt x="35454" y="4229"/>
                  </a:lnTo>
                  <a:cubicBezTo>
                    <a:pt x="28611" y="-691"/>
                    <a:pt x="19701" y="-1370"/>
                    <a:pt x="12191" y="2465"/>
                  </a:cubicBezTo>
                  <a:cubicBezTo>
                    <a:pt x="4671" y="6305"/>
                    <a:pt x="0" y="13934"/>
                    <a:pt x="0" y="22371"/>
                  </a:cubicBezTo>
                  <a:lnTo>
                    <a:pt x="0" y="394496"/>
                  </a:lnTo>
                  <a:cubicBezTo>
                    <a:pt x="0" y="401666"/>
                    <a:pt x="3475" y="408445"/>
                    <a:pt x="9296" y="412634"/>
                  </a:cubicBezTo>
                  <a:lnTo>
                    <a:pt x="56052" y="446287"/>
                  </a:lnTo>
                  <a:lnTo>
                    <a:pt x="56052" y="514272"/>
                  </a:lnTo>
                  <a:cubicBezTo>
                    <a:pt x="56052" y="524014"/>
                    <a:pt x="63963" y="531909"/>
                    <a:pt x="73724" y="531909"/>
                  </a:cubicBezTo>
                  <a:cubicBezTo>
                    <a:pt x="83485" y="531909"/>
                    <a:pt x="91396" y="524014"/>
                    <a:pt x="91396" y="514272"/>
                  </a:cubicBezTo>
                  <a:lnTo>
                    <a:pt x="91396" y="446287"/>
                  </a:lnTo>
                  <a:lnTo>
                    <a:pt x="138152" y="412634"/>
                  </a:lnTo>
                  <a:cubicBezTo>
                    <a:pt x="143969" y="408445"/>
                    <a:pt x="147448" y="401666"/>
                    <a:pt x="147448" y="394496"/>
                  </a:cubicBezTo>
                  <a:lnTo>
                    <a:pt x="147448" y="22371"/>
                  </a:lnTo>
                  <a:cubicBezTo>
                    <a:pt x="147443" y="13934"/>
                    <a:pt x="142772" y="6305"/>
                    <a:pt x="135253" y="2465"/>
                  </a:cubicBezTo>
                  <a:close/>
                  <a:moveTo>
                    <a:pt x="112100" y="198237"/>
                  </a:moveTo>
                  <a:lnTo>
                    <a:pt x="91391" y="212011"/>
                  </a:lnTo>
                  <a:lnTo>
                    <a:pt x="91391" y="148045"/>
                  </a:lnTo>
                  <a:lnTo>
                    <a:pt x="112100" y="134270"/>
                  </a:lnTo>
                  <a:close/>
                  <a:moveTo>
                    <a:pt x="56048" y="211796"/>
                  </a:moveTo>
                  <a:lnTo>
                    <a:pt x="35343" y="198021"/>
                  </a:lnTo>
                  <a:lnTo>
                    <a:pt x="35343" y="134050"/>
                  </a:lnTo>
                  <a:lnTo>
                    <a:pt x="56048" y="147824"/>
                  </a:lnTo>
                  <a:close/>
                  <a:moveTo>
                    <a:pt x="35343" y="240410"/>
                  </a:moveTo>
                  <a:lnTo>
                    <a:pt x="56048" y="254184"/>
                  </a:lnTo>
                  <a:lnTo>
                    <a:pt x="56048" y="318156"/>
                  </a:lnTo>
                  <a:lnTo>
                    <a:pt x="35343" y="304381"/>
                  </a:lnTo>
                  <a:close/>
                  <a:moveTo>
                    <a:pt x="91391" y="254405"/>
                  </a:moveTo>
                  <a:lnTo>
                    <a:pt x="112100" y="240630"/>
                  </a:lnTo>
                  <a:lnTo>
                    <a:pt x="112100" y="304602"/>
                  </a:lnTo>
                  <a:lnTo>
                    <a:pt x="91391" y="318376"/>
                  </a:lnTo>
                  <a:close/>
                  <a:moveTo>
                    <a:pt x="112100" y="47642"/>
                  </a:moveTo>
                  <a:lnTo>
                    <a:pt x="112100" y="91877"/>
                  </a:lnTo>
                  <a:lnTo>
                    <a:pt x="91391" y="105651"/>
                  </a:lnTo>
                  <a:lnTo>
                    <a:pt x="91391" y="62546"/>
                  </a:lnTo>
                  <a:close/>
                  <a:moveTo>
                    <a:pt x="56048" y="62546"/>
                  </a:moveTo>
                  <a:lnTo>
                    <a:pt x="56048" y="105431"/>
                  </a:lnTo>
                  <a:lnTo>
                    <a:pt x="35343" y="91656"/>
                  </a:lnTo>
                  <a:lnTo>
                    <a:pt x="35343" y="47642"/>
                  </a:lnTo>
                  <a:close/>
                  <a:moveTo>
                    <a:pt x="35343" y="387891"/>
                  </a:moveTo>
                  <a:lnTo>
                    <a:pt x="35343" y="346770"/>
                  </a:lnTo>
                  <a:lnTo>
                    <a:pt x="56048" y="360545"/>
                  </a:lnTo>
                  <a:lnTo>
                    <a:pt x="56048" y="402796"/>
                  </a:lnTo>
                  <a:close/>
                  <a:moveTo>
                    <a:pt x="91391" y="402796"/>
                  </a:moveTo>
                  <a:lnTo>
                    <a:pt x="91391" y="360765"/>
                  </a:lnTo>
                  <a:lnTo>
                    <a:pt x="112100" y="346991"/>
                  </a:lnTo>
                  <a:lnTo>
                    <a:pt x="112100" y="3878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2"/>
          <p:cNvSpPr txBox="1"/>
          <p:nvPr>
            <p:ph type="title"/>
          </p:nvPr>
        </p:nvSpPr>
        <p:spPr>
          <a:xfrm>
            <a:off x="720000" y="429281"/>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Used</a:t>
            </a:r>
            <a:endParaRPr/>
          </a:p>
        </p:txBody>
      </p:sp>
      <p:sp>
        <p:nvSpPr>
          <p:cNvPr id="382" name="Google Shape;382;p32"/>
          <p:cNvSpPr txBox="1"/>
          <p:nvPr/>
        </p:nvSpPr>
        <p:spPr>
          <a:xfrm>
            <a:off x="659975" y="1308175"/>
            <a:ext cx="6764100" cy="285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t>For your </a:t>
            </a:r>
            <a:r>
              <a:rPr b="1" lang="en" sz="1600"/>
              <a:t>Seasonal Agriculture Performance Analysis</a:t>
            </a:r>
            <a:r>
              <a:rPr lang="en" sz="1600"/>
              <a:t> project, you can mention:</a:t>
            </a:r>
            <a:endParaRPr sz="1600"/>
          </a:p>
          <a:p>
            <a:pPr indent="-330200" lvl="0" marL="457200" rtl="0" algn="l">
              <a:lnSpc>
                <a:spcPct val="115000"/>
              </a:lnSpc>
              <a:spcBef>
                <a:spcPts val="1200"/>
              </a:spcBef>
              <a:spcAft>
                <a:spcPts val="0"/>
              </a:spcAft>
              <a:buSzPts val="1600"/>
              <a:buChar char="●"/>
            </a:pPr>
            <a:r>
              <a:rPr b="1" lang="en" sz="1600"/>
              <a:t>Python</a:t>
            </a:r>
            <a:r>
              <a:rPr lang="en" sz="1600"/>
              <a:t> – Core programming language</a:t>
            </a:r>
            <a:endParaRPr sz="1600"/>
          </a:p>
          <a:p>
            <a:pPr indent="-330200" lvl="0" marL="457200" rtl="0" algn="l">
              <a:lnSpc>
                <a:spcPct val="115000"/>
              </a:lnSpc>
              <a:spcBef>
                <a:spcPts val="0"/>
              </a:spcBef>
              <a:spcAft>
                <a:spcPts val="0"/>
              </a:spcAft>
              <a:buSzPts val="1600"/>
              <a:buChar char="●"/>
            </a:pPr>
            <a:r>
              <a:rPr b="1" lang="en" sz="1600"/>
              <a:t>Jupyter Notebook</a:t>
            </a:r>
            <a:r>
              <a:rPr lang="en" sz="1600"/>
              <a:t> – Development and analysis environment</a:t>
            </a:r>
            <a:endParaRPr sz="1600"/>
          </a:p>
          <a:p>
            <a:pPr indent="-330200" lvl="0" marL="457200" rtl="0" algn="l">
              <a:lnSpc>
                <a:spcPct val="115000"/>
              </a:lnSpc>
              <a:spcBef>
                <a:spcPts val="0"/>
              </a:spcBef>
              <a:spcAft>
                <a:spcPts val="0"/>
              </a:spcAft>
              <a:buSzPts val="1600"/>
              <a:buChar char="●"/>
            </a:pPr>
            <a:r>
              <a:rPr b="1" lang="en" sz="1600"/>
              <a:t>Pandas</a:t>
            </a:r>
            <a:r>
              <a:rPr lang="en" sz="1600"/>
              <a:t> – Data cleaning, preprocessing, and analysis</a:t>
            </a:r>
            <a:endParaRPr sz="1600"/>
          </a:p>
          <a:p>
            <a:pPr indent="-330200" lvl="0" marL="457200" rtl="0" algn="l">
              <a:lnSpc>
                <a:spcPct val="115000"/>
              </a:lnSpc>
              <a:spcBef>
                <a:spcPts val="0"/>
              </a:spcBef>
              <a:spcAft>
                <a:spcPts val="0"/>
              </a:spcAft>
              <a:buSzPts val="1600"/>
              <a:buChar char="●"/>
            </a:pPr>
            <a:r>
              <a:rPr b="1" lang="en" sz="1600"/>
              <a:t>NumPy</a:t>
            </a:r>
            <a:r>
              <a:rPr lang="en" sz="1600"/>
              <a:t> – Numerical computations</a:t>
            </a:r>
            <a:endParaRPr sz="1600"/>
          </a:p>
          <a:p>
            <a:pPr indent="-330200" lvl="0" marL="457200" rtl="0" algn="l">
              <a:lnSpc>
                <a:spcPct val="115000"/>
              </a:lnSpc>
              <a:spcBef>
                <a:spcPts val="0"/>
              </a:spcBef>
              <a:spcAft>
                <a:spcPts val="0"/>
              </a:spcAft>
              <a:buSzPts val="1600"/>
              <a:buChar char="●"/>
            </a:pPr>
            <a:r>
              <a:rPr b="1" lang="en" sz="1600"/>
              <a:t>Matplotlib</a:t>
            </a:r>
            <a:r>
              <a:rPr lang="en" sz="1600"/>
              <a:t> – Data visualization</a:t>
            </a:r>
            <a:endParaRPr sz="1600"/>
          </a:p>
          <a:p>
            <a:pPr indent="-330200" lvl="0" marL="457200" rtl="0" algn="l">
              <a:lnSpc>
                <a:spcPct val="115000"/>
              </a:lnSpc>
              <a:spcBef>
                <a:spcPts val="0"/>
              </a:spcBef>
              <a:spcAft>
                <a:spcPts val="0"/>
              </a:spcAft>
              <a:buSzPts val="1600"/>
              <a:buChar char="●"/>
            </a:pPr>
            <a:r>
              <a:rPr b="1" lang="en" sz="1600"/>
              <a:t>Seaborn</a:t>
            </a:r>
            <a:r>
              <a:rPr lang="en" sz="1600"/>
              <a:t> – Statistical charts and visualizations</a:t>
            </a:r>
            <a:endParaRPr sz="1600"/>
          </a:p>
          <a:p>
            <a:pPr indent="-330200" lvl="0" marL="457200" rtl="0" algn="l">
              <a:lnSpc>
                <a:spcPct val="115000"/>
              </a:lnSpc>
              <a:spcBef>
                <a:spcPts val="0"/>
              </a:spcBef>
              <a:spcAft>
                <a:spcPts val="0"/>
              </a:spcAft>
              <a:buSzPts val="1600"/>
              <a:buChar char="●"/>
            </a:pPr>
            <a:r>
              <a:rPr b="1" lang="en" sz="1600"/>
              <a:t>CSV</a:t>
            </a:r>
            <a:r>
              <a:rPr lang="en" sz="1600"/>
              <a:t> – Dataset/input data format</a:t>
            </a:r>
            <a:endParaRPr sz="1700">
              <a:solidFill>
                <a:schemeClr val="dk1"/>
              </a:solidFill>
              <a:latin typeface="Heebo"/>
              <a:ea typeface="Heebo"/>
              <a:cs typeface="Heebo"/>
              <a:sym typeface="Heebo"/>
            </a:endParaRPr>
          </a:p>
        </p:txBody>
      </p:sp>
      <p:sp>
        <p:nvSpPr>
          <p:cNvPr id="383" name="Google Shape;383;p32"/>
          <p:cNvSpPr/>
          <p:nvPr/>
        </p:nvSpPr>
        <p:spPr>
          <a:xfrm>
            <a:off x="123170" y="498705"/>
            <a:ext cx="596820" cy="433849"/>
          </a:xfrm>
          <a:custGeom>
            <a:rect b="b" l="l" r="r" t="t"/>
            <a:pathLst>
              <a:path extrusionOk="0" h="478070" w="604375">
                <a:moveTo>
                  <a:pt x="583483" y="101268"/>
                </a:moveTo>
                <a:lnTo>
                  <a:pt x="569428" y="101268"/>
                </a:lnTo>
                <a:lnTo>
                  <a:pt x="569428" y="41661"/>
                </a:lnTo>
                <a:cubicBezTo>
                  <a:pt x="569428" y="31881"/>
                  <a:pt x="561502" y="23955"/>
                  <a:pt x="551722" y="23955"/>
                </a:cubicBezTo>
                <a:cubicBezTo>
                  <a:pt x="541942" y="23955"/>
                  <a:pt x="534016" y="31881"/>
                  <a:pt x="534016" y="41661"/>
                </a:cubicBezTo>
                <a:lnTo>
                  <a:pt x="534016" y="101268"/>
                </a:lnTo>
                <a:lnTo>
                  <a:pt x="491954" y="101268"/>
                </a:lnTo>
                <a:lnTo>
                  <a:pt x="491954" y="41661"/>
                </a:lnTo>
                <a:cubicBezTo>
                  <a:pt x="491954" y="31881"/>
                  <a:pt x="484023" y="23955"/>
                  <a:pt x="474248" y="23955"/>
                </a:cubicBezTo>
                <a:cubicBezTo>
                  <a:pt x="464468" y="23955"/>
                  <a:pt x="456541" y="31881"/>
                  <a:pt x="456541" y="41661"/>
                </a:cubicBezTo>
                <a:lnTo>
                  <a:pt x="456541" y="101268"/>
                </a:lnTo>
                <a:lnTo>
                  <a:pt x="442487" y="101268"/>
                </a:lnTo>
                <a:cubicBezTo>
                  <a:pt x="430969" y="101268"/>
                  <a:pt x="421594" y="110642"/>
                  <a:pt x="421594" y="122160"/>
                </a:cubicBezTo>
                <a:lnTo>
                  <a:pt x="421594" y="206938"/>
                </a:lnTo>
                <a:cubicBezTo>
                  <a:pt x="421594" y="250577"/>
                  <a:pt x="453544" y="286889"/>
                  <a:pt x="495278" y="293727"/>
                </a:cubicBezTo>
                <a:lnTo>
                  <a:pt x="495278" y="442663"/>
                </a:lnTo>
                <a:lnTo>
                  <a:pt x="132954" y="442663"/>
                </a:lnTo>
                <a:lnTo>
                  <a:pt x="132954" y="293538"/>
                </a:lnTo>
                <a:cubicBezTo>
                  <a:pt x="156973" y="289854"/>
                  <a:pt x="179147" y="278686"/>
                  <a:pt x="196692" y="261187"/>
                </a:cubicBezTo>
                <a:cubicBezTo>
                  <a:pt x="218493" y="239441"/>
                  <a:pt x="230495" y="210567"/>
                  <a:pt x="230495" y="179886"/>
                </a:cubicBezTo>
                <a:cubicBezTo>
                  <a:pt x="230495" y="144454"/>
                  <a:pt x="214292" y="104846"/>
                  <a:pt x="182338" y="62152"/>
                </a:cubicBezTo>
                <a:cubicBezTo>
                  <a:pt x="158956" y="30917"/>
                  <a:pt x="135329" y="9195"/>
                  <a:pt x="132622" y="6742"/>
                </a:cubicBezTo>
                <a:cubicBezTo>
                  <a:pt x="122731" y="-2240"/>
                  <a:pt x="107801" y="-2254"/>
                  <a:pt x="97873" y="6742"/>
                </a:cubicBezTo>
                <a:cubicBezTo>
                  <a:pt x="87854" y="15844"/>
                  <a:pt x="-5" y="98031"/>
                  <a:pt x="0" y="179890"/>
                </a:cubicBezTo>
                <a:cubicBezTo>
                  <a:pt x="0" y="210576"/>
                  <a:pt x="12002" y="239451"/>
                  <a:pt x="33799" y="261187"/>
                </a:cubicBezTo>
                <a:cubicBezTo>
                  <a:pt x="51339" y="278686"/>
                  <a:pt x="73518" y="289854"/>
                  <a:pt x="97541" y="293538"/>
                </a:cubicBezTo>
                <a:lnTo>
                  <a:pt x="97541" y="449335"/>
                </a:lnTo>
                <a:cubicBezTo>
                  <a:pt x="97541" y="465178"/>
                  <a:pt x="110448" y="478071"/>
                  <a:pt x="126310" y="478071"/>
                </a:cubicBezTo>
                <a:lnTo>
                  <a:pt x="501927" y="478071"/>
                </a:lnTo>
                <a:cubicBezTo>
                  <a:pt x="517789" y="478071"/>
                  <a:pt x="530691" y="465178"/>
                  <a:pt x="530691" y="449335"/>
                </a:cubicBezTo>
                <a:lnTo>
                  <a:pt x="530691" y="293722"/>
                </a:lnTo>
                <a:cubicBezTo>
                  <a:pt x="572425" y="286889"/>
                  <a:pt x="604375" y="250572"/>
                  <a:pt x="604375" y="206938"/>
                </a:cubicBezTo>
                <a:lnTo>
                  <a:pt x="604375" y="122160"/>
                </a:lnTo>
                <a:cubicBezTo>
                  <a:pt x="604375" y="110642"/>
                  <a:pt x="595001" y="101268"/>
                  <a:pt x="583483" y="101268"/>
                </a:cubicBezTo>
                <a:close/>
                <a:moveTo>
                  <a:pt x="97541" y="152252"/>
                </a:moveTo>
                <a:lnTo>
                  <a:pt x="97541" y="179125"/>
                </a:lnTo>
                <a:lnTo>
                  <a:pt x="84299" y="169336"/>
                </a:lnTo>
                <a:cubicBezTo>
                  <a:pt x="65476" y="155415"/>
                  <a:pt x="44395" y="183874"/>
                  <a:pt x="63245" y="197809"/>
                </a:cubicBezTo>
                <a:lnTo>
                  <a:pt x="97541" y="223165"/>
                </a:lnTo>
                <a:lnTo>
                  <a:pt x="97541" y="257512"/>
                </a:lnTo>
                <a:cubicBezTo>
                  <a:pt x="37852" y="244057"/>
                  <a:pt x="-11463" y="163991"/>
                  <a:pt x="115229" y="39120"/>
                </a:cubicBezTo>
                <a:cubicBezTo>
                  <a:pt x="240229" y="162931"/>
                  <a:pt x="194511" y="243628"/>
                  <a:pt x="132954" y="257512"/>
                </a:cubicBezTo>
                <a:lnTo>
                  <a:pt x="132954" y="223114"/>
                </a:lnTo>
                <a:lnTo>
                  <a:pt x="167186" y="197809"/>
                </a:lnTo>
                <a:cubicBezTo>
                  <a:pt x="186004" y="183892"/>
                  <a:pt x="164982" y="155396"/>
                  <a:pt x="146132" y="169336"/>
                </a:cubicBezTo>
                <a:lnTo>
                  <a:pt x="132954" y="179079"/>
                </a:lnTo>
                <a:lnTo>
                  <a:pt x="132954" y="152252"/>
                </a:lnTo>
                <a:cubicBezTo>
                  <a:pt x="132954" y="128842"/>
                  <a:pt x="97541" y="128809"/>
                  <a:pt x="97541" y="152252"/>
                </a:cubicBezTo>
                <a:close/>
                <a:moveTo>
                  <a:pt x="568962" y="206938"/>
                </a:moveTo>
                <a:cubicBezTo>
                  <a:pt x="568962" y="275725"/>
                  <a:pt x="457007" y="277948"/>
                  <a:pt x="457007" y="206938"/>
                </a:cubicBezTo>
                <a:lnTo>
                  <a:pt x="457007" y="136680"/>
                </a:lnTo>
                <a:lnTo>
                  <a:pt x="568962" y="1366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1800">
                <a:latin typeface="Calibri"/>
                <a:ea typeface="Calibri"/>
                <a:cs typeface="Calibri"/>
                <a:sym typeface="Calibri"/>
              </a:rPr>
              <a:t>c</a:t>
            </a:r>
            <a:endParaRPr sz="1800">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33"/>
          <p:cNvPicPr preferRelativeResize="0"/>
          <p:nvPr/>
        </p:nvPicPr>
        <p:blipFill rotWithShape="1">
          <a:blip r:embed="rId3">
            <a:alphaModFix/>
          </a:blip>
          <a:srcRect b="428" l="56496" r="2099" t="-40"/>
          <a:stretch/>
        </p:blipFill>
        <p:spPr>
          <a:xfrm flipH="1" rot="-5400000">
            <a:off x="2204977" y="-2204977"/>
            <a:ext cx="4748923" cy="9158876"/>
          </a:xfrm>
          <a:prstGeom prst="rect">
            <a:avLst/>
          </a:prstGeom>
          <a:noFill/>
          <a:ln>
            <a:noFill/>
          </a:ln>
        </p:spPr>
      </p:pic>
      <p:pic>
        <p:nvPicPr>
          <p:cNvPr id="389" name="Google Shape;389;p33"/>
          <p:cNvPicPr preferRelativeResize="0"/>
          <p:nvPr/>
        </p:nvPicPr>
        <p:blipFill>
          <a:blip r:embed="rId4">
            <a:alphaModFix/>
          </a:blip>
          <a:stretch>
            <a:fillRect/>
          </a:stretch>
        </p:blipFill>
        <p:spPr>
          <a:xfrm>
            <a:off x="0" y="382750"/>
            <a:ext cx="5143151" cy="3576149"/>
          </a:xfrm>
          <a:prstGeom prst="rect">
            <a:avLst/>
          </a:prstGeom>
          <a:noFill/>
          <a:ln>
            <a:noFill/>
          </a:ln>
        </p:spPr>
      </p:pic>
      <p:sp>
        <p:nvSpPr>
          <p:cNvPr id="390" name="Google Shape;390;p33"/>
          <p:cNvSpPr txBox="1"/>
          <p:nvPr/>
        </p:nvSpPr>
        <p:spPr>
          <a:xfrm>
            <a:off x="5250625" y="0"/>
            <a:ext cx="3893400" cy="486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t>The </a:t>
            </a:r>
            <a:r>
              <a:rPr b="1" lang="en" sz="1200"/>
              <a:t>“Distribution of Crops”</a:t>
            </a:r>
            <a:r>
              <a:rPr lang="en" sz="1200"/>
              <a:t> bar chart shows the number of farms associated with different crop types.</a:t>
            </a:r>
            <a:endParaRPr sz="1200"/>
          </a:p>
          <a:p>
            <a:pPr indent="-304800" lvl="0" marL="457200" rtl="0" algn="l">
              <a:lnSpc>
                <a:spcPct val="115000"/>
              </a:lnSpc>
              <a:spcBef>
                <a:spcPts val="1200"/>
              </a:spcBef>
              <a:spcAft>
                <a:spcPts val="0"/>
              </a:spcAft>
              <a:buSzPts val="1200"/>
              <a:buChar char="●"/>
            </a:pPr>
            <a:r>
              <a:rPr b="1" lang="en" sz="1200"/>
              <a:t>Rice</a:t>
            </a:r>
            <a:r>
              <a:rPr lang="en" sz="1200"/>
              <a:t> has the highest distribution, with approximately </a:t>
            </a:r>
            <a:r>
              <a:rPr b="1" lang="en" sz="1200"/>
              <a:t>690 farms</a:t>
            </a:r>
            <a:r>
              <a:rPr lang="en" sz="1200"/>
              <a:t>, making it the most commonly cultivated crop.</a:t>
            </a:r>
            <a:endParaRPr sz="1200"/>
          </a:p>
          <a:p>
            <a:pPr indent="-304800" lvl="0" marL="457200" rtl="0" algn="l">
              <a:lnSpc>
                <a:spcPct val="115000"/>
              </a:lnSpc>
              <a:spcBef>
                <a:spcPts val="0"/>
              </a:spcBef>
              <a:spcAft>
                <a:spcPts val="0"/>
              </a:spcAft>
              <a:buSzPts val="1200"/>
              <a:buChar char="●"/>
            </a:pPr>
            <a:r>
              <a:rPr b="1" lang="en" sz="1200"/>
              <a:t>Wheat</a:t>
            </a:r>
            <a:r>
              <a:rPr lang="en" sz="1200"/>
              <a:t> follows with around </a:t>
            </a:r>
            <a:r>
              <a:rPr b="1" lang="en" sz="1200"/>
              <a:t>615 farms</a:t>
            </a:r>
            <a:r>
              <a:rPr lang="en" sz="1200"/>
              <a:t>.</a:t>
            </a:r>
            <a:endParaRPr sz="1200"/>
          </a:p>
          <a:p>
            <a:pPr indent="-304800" lvl="0" marL="457200" rtl="0" algn="l">
              <a:lnSpc>
                <a:spcPct val="115000"/>
              </a:lnSpc>
              <a:spcBef>
                <a:spcPts val="0"/>
              </a:spcBef>
              <a:spcAft>
                <a:spcPts val="0"/>
              </a:spcAft>
              <a:buSzPts val="1200"/>
              <a:buChar char="●"/>
            </a:pPr>
            <a:r>
              <a:rPr b="1" lang="en" sz="1200"/>
              <a:t>Maize</a:t>
            </a:r>
            <a:r>
              <a:rPr lang="en" sz="1200"/>
              <a:t> has approximately </a:t>
            </a:r>
            <a:r>
              <a:rPr b="1" lang="en" sz="1200"/>
              <a:t>550 farms</a:t>
            </a:r>
            <a:r>
              <a:rPr lang="en" sz="1200"/>
              <a:t>.</a:t>
            </a:r>
            <a:endParaRPr sz="1200"/>
          </a:p>
          <a:p>
            <a:pPr indent="-304800" lvl="0" marL="457200" rtl="0" algn="l">
              <a:lnSpc>
                <a:spcPct val="115000"/>
              </a:lnSpc>
              <a:spcBef>
                <a:spcPts val="0"/>
              </a:spcBef>
              <a:spcAft>
                <a:spcPts val="0"/>
              </a:spcAft>
              <a:buSzPts val="1200"/>
              <a:buChar char="●"/>
            </a:pPr>
            <a:r>
              <a:rPr b="1" lang="en" sz="1200"/>
              <a:t>Cotton</a:t>
            </a:r>
            <a:r>
              <a:rPr lang="en" sz="1200"/>
              <a:t> and </a:t>
            </a:r>
            <a:r>
              <a:rPr b="1" lang="en" sz="1200"/>
              <a:t>Pulses</a:t>
            </a:r>
            <a:r>
              <a:rPr lang="en" sz="1200"/>
              <a:t> have around </a:t>
            </a:r>
            <a:r>
              <a:rPr b="1" lang="en" sz="1200"/>
              <a:t>510</a:t>
            </a:r>
            <a:r>
              <a:rPr lang="en" sz="1200"/>
              <a:t> and </a:t>
            </a:r>
            <a:r>
              <a:rPr b="1" lang="en" sz="1200"/>
              <a:t>500 farms</a:t>
            </a:r>
            <a:r>
              <a:rPr lang="en" sz="1200"/>
              <a:t>, respectively.</a:t>
            </a:r>
            <a:endParaRPr sz="1200"/>
          </a:p>
          <a:p>
            <a:pPr indent="-304800" lvl="0" marL="457200" rtl="0" algn="l">
              <a:lnSpc>
                <a:spcPct val="115000"/>
              </a:lnSpc>
              <a:spcBef>
                <a:spcPts val="0"/>
              </a:spcBef>
              <a:spcAft>
                <a:spcPts val="0"/>
              </a:spcAft>
              <a:buSzPts val="1200"/>
              <a:buChar char="●"/>
            </a:pPr>
            <a:r>
              <a:rPr b="1" lang="en" sz="1200"/>
              <a:t>Groundnut</a:t>
            </a:r>
            <a:r>
              <a:rPr lang="en" sz="1200"/>
              <a:t> accounts for approximately </a:t>
            </a:r>
            <a:r>
              <a:rPr b="1" lang="en" sz="1200"/>
              <a:t>425 farms</a:t>
            </a:r>
            <a:r>
              <a:rPr lang="en" sz="1200"/>
              <a:t>.</a:t>
            </a:r>
            <a:endParaRPr sz="1200"/>
          </a:p>
          <a:p>
            <a:pPr indent="-304800" lvl="0" marL="457200" rtl="0" algn="l">
              <a:lnSpc>
                <a:spcPct val="115000"/>
              </a:lnSpc>
              <a:spcBef>
                <a:spcPts val="0"/>
              </a:spcBef>
              <a:spcAft>
                <a:spcPts val="0"/>
              </a:spcAft>
              <a:buSzPts val="1200"/>
              <a:buChar char="●"/>
            </a:pPr>
            <a:r>
              <a:rPr b="1" lang="en" sz="1200"/>
              <a:t>Chilli</a:t>
            </a:r>
            <a:r>
              <a:rPr lang="en" sz="1200"/>
              <a:t> has around </a:t>
            </a:r>
            <a:r>
              <a:rPr b="1" lang="en" sz="1200"/>
              <a:t>415 farms</a:t>
            </a:r>
            <a:r>
              <a:rPr lang="en" sz="1200"/>
              <a:t>.</a:t>
            </a:r>
            <a:endParaRPr sz="1200"/>
          </a:p>
          <a:p>
            <a:pPr indent="-304800" lvl="0" marL="457200" rtl="0" algn="l">
              <a:lnSpc>
                <a:spcPct val="115000"/>
              </a:lnSpc>
              <a:spcBef>
                <a:spcPts val="0"/>
              </a:spcBef>
              <a:spcAft>
                <a:spcPts val="0"/>
              </a:spcAft>
              <a:buSzPts val="1200"/>
              <a:buChar char="●"/>
            </a:pPr>
            <a:r>
              <a:rPr b="1" lang="en" sz="1200"/>
              <a:t>Sugarcane</a:t>
            </a:r>
            <a:r>
              <a:rPr lang="en" sz="1200"/>
              <a:t> has the lowest distribution, with approximately </a:t>
            </a:r>
            <a:r>
              <a:rPr b="1" lang="en" sz="1200"/>
              <a:t>305 farms</a:t>
            </a:r>
            <a:r>
              <a:rPr lang="en" sz="1200"/>
              <a:t>.</a:t>
            </a:r>
            <a:endParaRPr sz="1200"/>
          </a:p>
          <a:p>
            <a:pPr indent="0" lvl="0" marL="0" rtl="0" algn="l">
              <a:lnSpc>
                <a:spcPct val="115000"/>
              </a:lnSpc>
              <a:spcBef>
                <a:spcPts val="1200"/>
              </a:spcBef>
              <a:spcAft>
                <a:spcPts val="0"/>
              </a:spcAft>
              <a:buNone/>
            </a:pPr>
            <a:r>
              <a:rPr b="1" lang="en" sz="1200"/>
              <a:t>Overall, the chart indicates that Rice, Wheat, and Maize are the dominant crops in the dataset, while Sugarcane has the lowest representation.</a:t>
            </a:r>
            <a:r>
              <a:rPr lang="en" sz="1200"/>
              <a:t> This distribution helps understand the relative prevalence of different crop types among the farms analyzed.</a:t>
            </a:r>
            <a:endParaRPr sz="1200"/>
          </a:p>
          <a:p>
            <a:pPr indent="0" lvl="0" marL="0" rtl="0" algn="l">
              <a:spcBef>
                <a:spcPts val="1200"/>
              </a:spcBef>
              <a:spcAft>
                <a:spcPts val="0"/>
              </a:spcAft>
              <a:buNone/>
            </a:pPr>
            <a:r>
              <a:t/>
            </a:r>
            <a:endParaRPr sz="1200">
              <a:solidFill>
                <a:schemeClr val="dk1"/>
              </a:solidFill>
              <a:latin typeface="Heebo"/>
              <a:ea typeface="Heebo"/>
              <a:cs typeface="Heebo"/>
              <a:sym typeface="Heeb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4"/>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4"/>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397" name="Google Shape;397;p34"/>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398" name="Google Shape;398;p34"/>
          <p:cNvPicPr preferRelativeResize="0"/>
          <p:nvPr/>
        </p:nvPicPr>
        <p:blipFill>
          <a:blip r:embed="rId4">
            <a:alphaModFix/>
          </a:blip>
          <a:stretch>
            <a:fillRect/>
          </a:stretch>
        </p:blipFill>
        <p:spPr>
          <a:xfrm>
            <a:off x="4229845" y="546000"/>
            <a:ext cx="4789700" cy="2857349"/>
          </a:xfrm>
          <a:prstGeom prst="rect">
            <a:avLst/>
          </a:prstGeom>
          <a:noFill/>
          <a:ln>
            <a:noFill/>
          </a:ln>
        </p:spPr>
      </p:pic>
      <p:sp>
        <p:nvSpPr>
          <p:cNvPr id="399" name="Google Shape;399;p34"/>
          <p:cNvSpPr txBox="1"/>
          <p:nvPr/>
        </p:nvSpPr>
        <p:spPr>
          <a:xfrm>
            <a:off x="0" y="0"/>
            <a:ext cx="8715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200"/>
              <a:t>The </a:t>
            </a:r>
            <a:r>
              <a:rPr b="1" lang="en" sz="1200"/>
              <a:t>“Distribution of Rainfall (mm)”</a:t>
            </a:r>
            <a:r>
              <a:rPr lang="en" sz="1200"/>
              <a:t> histogram shows the frequency of different rainfall levels across the farms in the dataset.</a:t>
            </a:r>
            <a:endParaRPr b="1" sz="1200"/>
          </a:p>
        </p:txBody>
      </p:sp>
      <p:sp>
        <p:nvSpPr>
          <p:cNvPr id="400" name="Google Shape;400;p34"/>
          <p:cNvSpPr txBox="1"/>
          <p:nvPr/>
        </p:nvSpPr>
        <p:spPr>
          <a:xfrm>
            <a:off x="175875" y="354000"/>
            <a:ext cx="3760500" cy="3768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Rainfall values range approximately from </a:t>
            </a:r>
            <a:r>
              <a:rPr b="1" lang="en" sz="1200"/>
              <a:t>80 mm to 1,400 mm</a:t>
            </a:r>
            <a:r>
              <a:rPr lang="en" sz="1200"/>
              <a:t>.</a:t>
            </a:r>
            <a:endParaRPr sz="1200"/>
          </a:p>
          <a:p>
            <a:pPr indent="-304800" lvl="0" marL="457200" rtl="0" algn="l">
              <a:lnSpc>
                <a:spcPct val="115000"/>
              </a:lnSpc>
              <a:spcBef>
                <a:spcPts val="0"/>
              </a:spcBef>
              <a:spcAft>
                <a:spcPts val="0"/>
              </a:spcAft>
              <a:buSzPts val="1200"/>
              <a:buChar char="●"/>
            </a:pPr>
            <a:r>
              <a:rPr lang="en" sz="1200"/>
              <a:t>The highest frequency of rainfall observations occurs between approximately </a:t>
            </a:r>
            <a:r>
              <a:rPr b="1" lang="en" sz="1200"/>
              <a:t>350 mm and 550 mm</a:t>
            </a:r>
            <a:r>
              <a:rPr lang="en" sz="1200"/>
              <a:t>, indicating that moderate rainfall is most common.</a:t>
            </a:r>
            <a:endParaRPr sz="1200"/>
          </a:p>
          <a:p>
            <a:pPr indent="-304800" lvl="0" marL="457200" rtl="0" algn="l">
              <a:lnSpc>
                <a:spcPct val="115000"/>
              </a:lnSpc>
              <a:spcBef>
                <a:spcPts val="0"/>
              </a:spcBef>
              <a:spcAft>
                <a:spcPts val="0"/>
              </a:spcAft>
              <a:buSzPts val="1200"/>
              <a:buChar char="●"/>
            </a:pPr>
            <a:r>
              <a:rPr lang="en" sz="1200"/>
              <a:t>There is another noticeable concentration around </a:t>
            </a:r>
            <a:r>
              <a:rPr b="1" lang="en" sz="1200"/>
              <a:t>700–900 mm</a:t>
            </a:r>
            <a:r>
              <a:rPr lang="en" sz="1200"/>
              <a:t>, showing that a considerable number of farms experience higher rainfall levels.</a:t>
            </a:r>
            <a:endParaRPr sz="1200"/>
          </a:p>
          <a:p>
            <a:pPr indent="-304800" lvl="0" marL="457200" rtl="0" algn="l">
              <a:lnSpc>
                <a:spcPct val="115000"/>
              </a:lnSpc>
              <a:spcBef>
                <a:spcPts val="0"/>
              </a:spcBef>
              <a:spcAft>
                <a:spcPts val="0"/>
              </a:spcAft>
              <a:buSzPts val="1200"/>
              <a:buChar char="●"/>
            </a:pPr>
            <a:r>
              <a:rPr lang="en" sz="1200"/>
              <a:t>Rainfall above </a:t>
            </a:r>
            <a:r>
              <a:rPr b="1" lang="en" sz="1200"/>
              <a:t>1,000 mm</a:t>
            </a:r>
            <a:r>
              <a:rPr lang="en" sz="1200"/>
              <a:t> occurs less frequently, with the frequency gradually decreasing toward </a:t>
            </a:r>
            <a:r>
              <a:rPr b="1" lang="en" sz="1200"/>
              <a:t>1,400 mm</a:t>
            </a:r>
            <a:r>
              <a:rPr lang="en" sz="1200"/>
              <a:t>.</a:t>
            </a:r>
            <a:endParaRPr sz="1200"/>
          </a:p>
          <a:p>
            <a:pPr indent="-304800" lvl="0" marL="457200" rtl="0" algn="l">
              <a:lnSpc>
                <a:spcPct val="115000"/>
              </a:lnSpc>
              <a:spcBef>
                <a:spcPts val="0"/>
              </a:spcBef>
              <a:spcAft>
                <a:spcPts val="0"/>
              </a:spcAft>
              <a:buSzPts val="1200"/>
              <a:buChar char="●"/>
            </a:pPr>
            <a:r>
              <a:rPr lang="en" sz="1200"/>
              <a:t>The smooth density curve indicates that the distribution is </a:t>
            </a:r>
            <a:r>
              <a:rPr b="1" lang="en" sz="1200"/>
              <a:t>not perfectly normal</a:t>
            </a:r>
            <a:r>
              <a:rPr lang="en" sz="1200"/>
              <a:t> and has a </a:t>
            </a:r>
            <a:r>
              <a:rPr b="1" lang="en" sz="1200"/>
              <a:t>right-skewed pattern</a:t>
            </a:r>
            <a:r>
              <a:rPr lang="en" sz="1200"/>
              <a:t>, with a longer tail toward higher rainfall values.</a:t>
            </a:r>
            <a:endParaRPr b="1" sz="1200"/>
          </a:p>
        </p:txBody>
      </p:sp>
      <p:sp>
        <p:nvSpPr>
          <p:cNvPr id="401" name="Google Shape;401;p34"/>
          <p:cNvSpPr txBox="1"/>
          <p:nvPr/>
        </p:nvSpPr>
        <p:spPr>
          <a:xfrm>
            <a:off x="252900" y="3955300"/>
            <a:ext cx="8333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t>Overall, most observations fall within the moderate rainfall range, while very high rainfall levels are comparatively less common. </a:t>
            </a:r>
            <a:endParaRPr b="1"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5"/>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5"/>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08" name="Google Shape;408;p35"/>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409" name="Google Shape;409;p35"/>
          <p:cNvPicPr preferRelativeResize="0"/>
          <p:nvPr/>
        </p:nvPicPr>
        <p:blipFill>
          <a:blip r:embed="rId4">
            <a:alphaModFix/>
          </a:blip>
          <a:stretch>
            <a:fillRect/>
          </a:stretch>
        </p:blipFill>
        <p:spPr>
          <a:xfrm>
            <a:off x="237550" y="540175"/>
            <a:ext cx="4462049" cy="3069651"/>
          </a:xfrm>
          <a:prstGeom prst="rect">
            <a:avLst/>
          </a:prstGeom>
          <a:noFill/>
          <a:ln>
            <a:noFill/>
          </a:ln>
        </p:spPr>
      </p:pic>
      <p:sp>
        <p:nvSpPr>
          <p:cNvPr id="410" name="Google Shape;410;p35"/>
          <p:cNvSpPr txBox="1"/>
          <p:nvPr/>
        </p:nvSpPr>
        <p:spPr>
          <a:xfrm>
            <a:off x="4981450" y="674050"/>
            <a:ext cx="3828000" cy="30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500"/>
              <a:t>The chart compares the </a:t>
            </a:r>
            <a:r>
              <a:rPr b="1" lang="en" sz="1500"/>
              <a:t>average agricultural yield across three seasons: Kharif, Rabi, and Zaid</a:t>
            </a:r>
            <a:r>
              <a:rPr lang="en" sz="1500"/>
              <a:t>. </a:t>
            </a:r>
            <a:r>
              <a:rPr b="1" lang="en" sz="1500"/>
              <a:t>Kharif</a:t>
            </a:r>
            <a:r>
              <a:rPr lang="en" sz="1500"/>
              <a:t> records the highest average yield at approximately </a:t>
            </a:r>
            <a:r>
              <a:rPr b="1" lang="en" sz="1500"/>
              <a:t>5.65 tonnes/ha</a:t>
            </a:r>
            <a:r>
              <a:rPr lang="en" sz="1500"/>
              <a:t>, followed by </a:t>
            </a:r>
            <a:r>
              <a:rPr b="1" lang="en" sz="1500"/>
              <a:t>Rabi at 5.08 tonnes/ha</a:t>
            </a:r>
            <a:r>
              <a:rPr lang="en" sz="1500"/>
              <a:t>. </a:t>
            </a:r>
            <a:r>
              <a:rPr b="1" lang="en" sz="1500"/>
              <a:t>Zaid</a:t>
            </a:r>
            <a:r>
              <a:rPr lang="en" sz="1500"/>
              <a:t> has the lowest average yield at around </a:t>
            </a:r>
            <a:r>
              <a:rPr b="1" lang="en" sz="1500"/>
              <a:t>4.67 tonnes/ha</a:t>
            </a:r>
            <a:r>
              <a:rPr lang="en" sz="1500"/>
              <a:t>. Overall, the chart shows a </a:t>
            </a:r>
            <a:r>
              <a:rPr b="1" lang="en" sz="1500"/>
              <a:t>gradual decline in average yield from Kharif to Zaid</a:t>
            </a:r>
            <a:r>
              <a:rPr lang="en" sz="1500"/>
              <a:t>, indicating that seasonal conditions may influence crop productivity.</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6"/>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36"/>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17" name="Google Shape;417;p36"/>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418" name="Google Shape;418;p36"/>
          <p:cNvPicPr preferRelativeResize="0"/>
          <p:nvPr/>
        </p:nvPicPr>
        <p:blipFill>
          <a:blip r:embed="rId4">
            <a:alphaModFix/>
          </a:blip>
          <a:stretch>
            <a:fillRect/>
          </a:stretch>
        </p:blipFill>
        <p:spPr>
          <a:xfrm>
            <a:off x="4025100" y="659425"/>
            <a:ext cx="5024825" cy="3315574"/>
          </a:xfrm>
          <a:prstGeom prst="rect">
            <a:avLst/>
          </a:prstGeom>
          <a:noFill/>
          <a:ln>
            <a:noFill/>
          </a:ln>
        </p:spPr>
      </p:pic>
      <p:sp>
        <p:nvSpPr>
          <p:cNvPr id="419" name="Google Shape;419;p36"/>
          <p:cNvSpPr txBox="1"/>
          <p:nvPr/>
        </p:nvSpPr>
        <p:spPr>
          <a:xfrm>
            <a:off x="0" y="248650"/>
            <a:ext cx="4025100" cy="4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t>Description</a:t>
            </a:r>
            <a:endParaRPr b="1" sz="1700"/>
          </a:p>
          <a:p>
            <a:pPr indent="0" lvl="0" marL="0" rtl="0" algn="l">
              <a:lnSpc>
                <a:spcPct val="115000"/>
              </a:lnSpc>
              <a:spcBef>
                <a:spcPts val="1200"/>
              </a:spcBef>
              <a:spcAft>
                <a:spcPts val="1200"/>
              </a:spcAft>
              <a:buNone/>
            </a:pPr>
            <a:r>
              <a:rPr lang="en" sz="1500"/>
              <a:t>The scatter plot shows the relationship between </a:t>
            </a:r>
            <a:r>
              <a:rPr b="1" lang="en" sz="1500"/>
              <a:t>average temperature and crop yield</a:t>
            </a:r>
            <a:r>
              <a:rPr lang="en" sz="1500"/>
              <a:t> across the </a:t>
            </a:r>
            <a:r>
              <a:rPr b="1" lang="en" sz="1500"/>
              <a:t>Kharif, Rabi, and Zaid seasons</a:t>
            </a:r>
            <a:r>
              <a:rPr lang="en" sz="1500"/>
              <a:t>. Most observations are concentrated at </a:t>
            </a:r>
            <a:r>
              <a:rPr b="1" lang="en" sz="1500"/>
              <a:t>lower yield levels</a:t>
            </a:r>
            <a:r>
              <a:rPr lang="en" sz="1500"/>
              <a:t>, while some farms show significantly higher yields. </a:t>
            </a:r>
            <a:r>
              <a:rPr b="1" lang="en" sz="1500"/>
              <a:t>Kharif</a:t>
            </a:r>
            <a:r>
              <a:rPr lang="en" sz="1500"/>
              <a:t> has several high-yield observations, reaching above </a:t>
            </a:r>
            <a:r>
              <a:rPr b="1" lang="en" sz="1500"/>
              <a:t>100 tonnes/ha</a:t>
            </a:r>
            <a:r>
              <a:rPr lang="en" sz="1500"/>
              <a:t>, while </a:t>
            </a:r>
            <a:r>
              <a:rPr b="1" lang="en" sz="1500"/>
              <a:t>Rabi</a:t>
            </a:r>
            <a:r>
              <a:rPr lang="en" sz="1500"/>
              <a:t> and </a:t>
            </a:r>
            <a:r>
              <a:rPr b="1" lang="en" sz="1500"/>
              <a:t>Zaid</a:t>
            </a:r>
            <a:r>
              <a:rPr lang="en" sz="1500"/>
              <a:t> generally show lower maximum yields. Overall, the plot suggests that </a:t>
            </a:r>
            <a:r>
              <a:rPr b="1" lang="en" sz="1500"/>
              <a:t>temperature alone does not have a clear direct relationship with yield</a:t>
            </a:r>
            <a:r>
              <a:rPr lang="en" sz="1500"/>
              <a:t>, as yield varies considerably at similar temperature levels.</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7"/>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7"/>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26" name="Google Shape;426;p37"/>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427" name="Google Shape;427;p37"/>
          <p:cNvPicPr preferRelativeResize="0"/>
          <p:nvPr/>
        </p:nvPicPr>
        <p:blipFill>
          <a:blip r:embed="rId4">
            <a:alphaModFix/>
          </a:blip>
          <a:stretch>
            <a:fillRect/>
          </a:stretch>
        </p:blipFill>
        <p:spPr>
          <a:xfrm>
            <a:off x="226850" y="265225"/>
            <a:ext cx="5357626" cy="4079051"/>
          </a:xfrm>
          <a:prstGeom prst="rect">
            <a:avLst/>
          </a:prstGeom>
          <a:noFill/>
          <a:ln>
            <a:noFill/>
          </a:ln>
        </p:spPr>
      </p:pic>
      <p:sp>
        <p:nvSpPr>
          <p:cNvPr id="428" name="Google Shape;428;p37"/>
          <p:cNvSpPr txBox="1"/>
          <p:nvPr/>
        </p:nvSpPr>
        <p:spPr>
          <a:xfrm>
            <a:off x="5855675" y="265225"/>
            <a:ext cx="3000000" cy="439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t>The box plot compares </a:t>
            </a:r>
            <a:r>
              <a:rPr b="1" lang="en" sz="1600"/>
              <a:t>yield distribution across Kharif, Rabi, and Zaid seasons</a:t>
            </a:r>
            <a:r>
              <a:rPr lang="en" sz="1600"/>
              <a:t>. The typical yield is relatively similar across all three seasons, but </a:t>
            </a:r>
            <a:r>
              <a:rPr b="1" lang="en" sz="1600"/>
              <a:t>Kharif shows the highest variability and maximum yield values</a:t>
            </a:r>
            <a:r>
              <a:rPr lang="en" sz="1600"/>
              <a:t>. Rabi also has several high-yield observations, while </a:t>
            </a:r>
            <a:r>
              <a:rPr b="1" lang="en" sz="1600"/>
              <a:t>Zaid has a comparatively lower yield range</a:t>
            </a:r>
            <a:r>
              <a:rPr lang="en" sz="1600"/>
              <a:t>. The large number of outliers indicates significant variation in crop productivity across farms.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8"/>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8"/>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35" name="Google Shape;435;p38"/>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436" name="Google Shape;436;p38"/>
          <p:cNvPicPr preferRelativeResize="0"/>
          <p:nvPr/>
        </p:nvPicPr>
        <p:blipFill>
          <a:blip r:embed="rId4">
            <a:alphaModFix/>
          </a:blip>
          <a:stretch>
            <a:fillRect/>
          </a:stretch>
        </p:blipFill>
        <p:spPr>
          <a:xfrm>
            <a:off x="894825" y="0"/>
            <a:ext cx="7515626" cy="4478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9"/>
          <p:cNvSpPr txBox="1"/>
          <p:nvPr>
            <p:ph type="title"/>
          </p:nvPr>
        </p:nvSpPr>
        <p:spPr>
          <a:xfrm>
            <a:off x="1739400" y="1615906"/>
            <a:ext cx="5665200" cy="114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39"/>
          <p:cNvSpPr txBox="1"/>
          <p:nvPr>
            <p:ph idx="1" type="subTitle"/>
          </p:nvPr>
        </p:nvSpPr>
        <p:spPr>
          <a:xfrm>
            <a:off x="1739400" y="2724962"/>
            <a:ext cx="5665200" cy="43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43" name="Google Shape;443;p39"/>
          <p:cNvPicPr preferRelativeResize="0"/>
          <p:nvPr/>
        </p:nvPicPr>
        <p:blipFill rotWithShape="1">
          <a:blip r:embed="rId3">
            <a:alphaModFix/>
          </a:blip>
          <a:srcRect b="428" l="56496" r="2099" t="-40"/>
          <a:stretch/>
        </p:blipFill>
        <p:spPr>
          <a:xfrm flipH="1" rot="-5400000">
            <a:off x="2169738" y="-2169738"/>
            <a:ext cx="4819400" cy="9158876"/>
          </a:xfrm>
          <a:prstGeom prst="rect">
            <a:avLst/>
          </a:prstGeom>
          <a:noFill/>
          <a:ln>
            <a:noFill/>
          </a:ln>
        </p:spPr>
      </p:pic>
      <p:pic>
        <p:nvPicPr>
          <p:cNvPr id="444" name="Google Shape;444;p39"/>
          <p:cNvPicPr preferRelativeResize="0"/>
          <p:nvPr/>
        </p:nvPicPr>
        <p:blipFill>
          <a:blip r:embed="rId4">
            <a:alphaModFix/>
          </a:blip>
          <a:stretch>
            <a:fillRect/>
          </a:stretch>
        </p:blipFill>
        <p:spPr>
          <a:xfrm>
            <a:off x="4447150" y="131263"/>
            <a:ext cx="4472125" cy="4109576"/>
          </a:xfrm>
          <a:prstGeom prst="rect">
            <a:avLst/>
          </a:prstGeom>
          <a:noFill/>
          <a:ln>
            <a:noFill/>
          </a:ln>
        </p:spPr>
      </p:pic>
      <p:sp>
        <p:nvSpPr>
          <p:cNvPr id="445" name="Google Shape;445;p39"/>
          <p:cNvSpPr txBox="1"/>
          <p:nvPr/>
        </p:nvSpPr>
        <p:spPr>
          <a:xfrm>
            <a:off x="0" y="429650"/>
            <a:ext cx="4526400" cy="381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t>Description </a:t>
            </a:r>
            <a:endParaRPr b="1" sz="1600"/>
          </a:p>
          <a:p>
            <a:pPr indent="0" lvl="0" marL="0" rtl="0" algn="l">
              <a:lnSpc>
                <a:spcPct val="115000"/>
              </a:lnSpc>
              <a:spcBef>
                <a:spcPts val="1200"/>
              </a:spcBef>
              <a:spcAft>
                <a:spcPts val="1200"/>
              </a:spcAft>
              <a:buNone/>
            </a:pPr>
            <a:r>
              <a:rPr lang="en"/>
              <a:t>The </a:t>
            </a:r>
            <a:r>
              <a:rPr b="1" lang="en"/>
              <a:t>pairplot</a:t>
            </a:r>
            <a:r>
              <a:rPr lang="en"/>
              <a:t> shows relationships among the top correlated numerical features in the agricultural dataset. It indicates a </a:t>
            </a:r>
            <a:r>
              <a:rPr b="1" lang="en"/>
              <a:t>strong positive relationship between Yield, Production, Revenue, and Profit</a:t>
            </a:r>
            <a:r>
              <a:rPr lang="en"/>
              <a:t>, meaning higher production and yield are generally associated with increased revenue and profit. </a:t>
            </a:r>
            <a:r>
              <a:rPr b="1" lang="en"/>
              <a:t>Farm area and fertilizer usage</a:t>
            </a:r>
            <a:r>
              <a:rPr lang="en"/>
              <a:t> also show noticeable relationships with these variables. The plots reveal some </a:t>
            </a:r>
            <a:r>
              <a:rPr b="1" lang="en"/>
              <a:t>outliers and skewed distributions</a:t>
            </a:r>
            <a:r>
              <a:rPr lang="en"/>
              <a:t>, which may represent farms with unusually high production, revenue, or yield. Overall, the pairplot highlights the key numerical factors that are closely associated with </a:t>
            </a:r>
            <a:r>
              <a:rPr b="1" lang="en"/>
              <a:t>agricultural productivity and profitability</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40"/>
          <p:cNvPicPr preferRelativeResize="0"/>
          <p:nvPr/>
        </p:nvPicPr>
        <p:blipFill>
          <a:blip r:embed="rId3">
            <a:alphaModFix/>
          </a:blip>
          <a:stretch>
            <a:fillRect/>
          </a:stretch>
        </p:blipFill>
        <p:spPr>
          <a:xfrm>
            <a:off x="387275" y="422475"/>
            <a:ext cx="5921701" cy="3692300"/>
          </a:xfrm>
          <a:prstGeom prst="rect">
            <a:avLst/>
          </a:prstGeom>
          <a:noFill/>
          <a:ln>
            <a:noFill/>
          </a:ln>
        </p:spPr>
      </p:pic>
      <p:sp>
        <p:nvSpPr>
          <p:cNvPr id="451" name="Google Shape;451;p40"/>
          <p:cNvSpPr txBox="1"/>
          <p:nvPr/>
        </p:nvSpPr>
        <p:spPr>
          <a:xfrm>
            <a:off x="6308975" y="422475"/>
            <a:ext cx="2754000" cy="4860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Char char="●"/>
            </a:pPr>
            <a:r>
              <a:rPr b="1" lang="en">
                <a:latin typeface="Times New Roman"/>
                <a:ea typeface="Times New Roman"/>
                <a:cs typeface="Times New Roman"/>
                <a:sym typeface="Times New Roman"/>
              </a:rPr>
              <a:t>Sugarcane and Chilli</a:t>
            </a:r>
            <a:r>
              <a:rPr lang="en">
                <a:latin typeface="Times New Roman"/>
                <a:ea typeface="Times New Roman"/>
                <a:cs typeface="Times New Roman"/>
                <a:sym typeface="Times New Roman"/>
              </a:rPr>
              <a:t> are the most profitable crops ,especially in the </a:t>
            </a:r>
            <a:r>
              <a:rPr b="1" lang="en">
                <a:latin typeface="Times New Roman"/>
                <a:ea typeface="Times New Roman"/>
                <a:cs typeface="Times New Roman"/>
                <a:sym typeface="Times New Roman"/>
              </a:rPr>
              <a:t>Kharif season</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b="1" lang="en">
                <a:latin typeface="Times New Roman"/>
                <a:ea typeface="Times New Roman"/>
                <a:cs typeface="Times New Roman"/>
                <a:sym typeface="Times New Roman"/>
              </a:rPr>
              <a:t>Kharif</a:t>
            </a:r>
            <a:r>
              <a:rPr lang="en">
                <a:latin typeface="Times New Roman"/>
                <a:ea typeface="Times New Roman"/>
                <a:cs typeface="Times New Roman"/>
                <a:sym typeface="Times New Roman"/>
              </a:rPr>
              <a:t> shows the highest overall profitability, while </a:t>
            </a:r>
            <a:r>
              <a:rPr b="1" lang="en">
                <a:latin typeface="Times New Roman"/>
                <a:ea typeface="Times New Roman"/>
                <a:cs typeface="Times New Roman"/>
                <a:sym typeface="Times New Roman"/>
              </a:rPr>
              <a:t>Zaid</a:t>
            </a:r>
            <a:r>
              <a:rPr lang="en">
                <a:latin typeface="Times New Roman"/>
                <a:ea typeface="Times New Roman"/>
                <a:cs typeface="Times New Roman"/>
                <a:sym typeface="Times New Roman"/>
              </a:rPr>
              <a:t> has the lowest.</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b="1" lang="en">
                <a:latin typeface="Times New Roman"/>
                <a:ea typeface="Times New Roman"/>
                <a:cs typeface="Times New Roman"/>
                <a:sym typeface="Times New Roman"/>
              </a:rPr>
              <a:t>Cotton and Groundnut</a:t>
            </a:r>
            <a:r>
              <a:rPr lang="en">
                <a:latin typeface="Times New Roman"/>
                <a:ea typeface="Times New Roman"/>
                <a:cs typeface="Times New Roman"/>
                <a:sym typeface="Times New Roman"/>
              </a:rPr>
              <a:t> are profitable mainly during Kharif but show losses in Zaid.</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b="1" lang="en">
                <a:latin typeface="Times New Roman"/>
                <a:ea typeface="Times New Roman"/>
                <a:cs typeface="Times New Roman"/>
                <a:sym typeface="Times New Roman"/>
              </a:rPr>
              <a:t>Maize, Rice, and Wheat</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record negative profits across all three seasons.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lang="en">
                <a:latin typeface="Times New Roman"/>
                <a:ea typeface="Times New Roman"/>
                <a:cs typeface="Times New Roman"/>
                <a:sym typeface="Times New Roman"/>
              </a:rPr>
              <a:t>Overall, </a:t>
            </a:r>
            <a:r>
              <a:rPr b="1" lang="en">
                <a:latin typeface="Times New Roman"/>
                <a:ea typeface="Times New Roman"/>
                <a:cs typeface="Times New Roman"/>
                <a:sym typeface="Times New Roman"/>
              </a:rPr>
              <a:t>crop profitability varies significantly by season</a:t>
            </a:r>
            <a:r>
              <a:rPr lang="en">
                <a:latin typeface="Times New Roman"/>
                <a:ea typeface="Times New Roman"/>
                <a:cs typeface="Times New Roman"/>
                <a:sym typeface="Times New Roman"/>
              </a:rPr>
              <a:t>, with Kharif generally performing better than Rabi and Zaid.</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41"/>
          <p:cNvPicPr preferRelativeResize="0"/>
          <p:nvPr/>
        </p:nvPicPr>
        <p:blipFill>
          <a:blip r:embed="rId3">
            <a:alphaModFix/>
          </a:blip>
          <a:stretch>
            <a:fillRect/>
          </a:stretch>
        </p:blipFill>
        <p:spPr>
          <a:xfrm>
            <a:off x="4429525" y="539925"/>
            <a:ext cx="4510201" cy="3484350"/>
          </a:xfrm>
          <a:prstGeom prst="rect">
            <a:avLst/>
          </a:prstGeom>
          <a:noFill/>
          <a:ln>
            <a:noFill/>
          </a:ln>
        </p:spPr>
      </p:pic>
      <p:sp>
        <p:nvSpPr>
          <p:cNvPr id="457" name="Google Shape;457;p41"/>
          <p:cNvSpPr txBox="1"/>
          <p:nvPr/>
        </p:nvSpPr>
        <p:spPr>
          <a:xfrm>
            <a:off x="474800" y="382450"/>
            <a:ext cx="3603000" cy="4679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SzPts val="1600"/>
              <a:buChar char="●"/>
            </a:pPr>
            <a:r>
              <a:rPr b="1" lang="en" sz="1600"/>
              <a:t>Sugarcane</a:t>
            </a:r>
            <a:r>
              <a:rPr lang="en" sz="1600"/>
              <a:t> is the most profitable crop across all three seasons, with the highest profit in </a:t>
            </a:r>
            <a:r>
              <a:rPr b="1" lang="en" sz="1600"/>
              <a:t>Kharif (~₹10 lakh)</a:t>
            </a:r>
            <a:r>
              <a:rPr lang="en" sz="1600"/>
              <a:t>.</a:t>
            </a:r>
            <a:endParaRPr sz="1600"/>
          </a:p>
          <a:p>
            <a:pPr indent="-330200" lvl="0" marL="457200" rtl="0" algn="l">
              <a:lnSpc>
                <a:spcPct val="115000"/>
              </a:lnSpc>
              <a:spcBef>
                <a:spcPts val="0"/>
              </a:spcBef>
              <a:spcAft>
                <a:spcPts val="0"/>
              </a:spcAft>
              <a:buSzPts val="1600"/>
              <a:buChar char="●"/>
            </a:pPr>
            <a:r>
              <a:rPr b="1" lang="en" sz="1600"/>
              <a:t>Chilli</a:t>
            </a:r>
            <a:r>
              <a:rPr lang="en" sz="1600"/>
              <a:t> ranks second, earning around </a:t>
            </a:r>
            <a:r>
              <a:rPr b="1" lang="en" sz="1600"/>
              <a:t>₹9.5 lakh in Kharif</a:t>
            </a:r>
            <a:r>
              <a:rPr lang="en" sz="1600"/>
              <a:t> and ₹6.4 lakh in Rabi.</a:t>
            </a:r>
            <a:endParaRPr sz="1600"/>
          </a:p>
          <a:p>
            <a:pPr indent="-330200" lvl="0" marL="457200" rtl="0" algn="l">
              <a:lnSpc>
                <a:spcPct val="115000"/>
              </a:lnSpc>
              <a:spcBef>
                <a:spcPts val="0"/>
              </a:spcBef>
              <a:spcAft>
                <a:spcPts val="0"/>
              </a:spcAft>
              <a:buSzPts val="1600"/>
              <a:buChar char="●"/>
            </a:pPr>
            <a:r>
              <a:rPr b="1" lang="en" sz="1600"/>
              <a:t>Cotton</a:t>
            </a:r>
            <a:r>
              <a:rPr lang="en" sz="1600"/>
              <a:t> performs moderately in Kharif and Rabi but shows a </a:t>
            </a:r>
            <a:r>
              <a:rPr b="1" lang="en" sz="1600"/>
              <a:t>loss in Zaid</a:t>
            </a:r>
            <a:r>
              <a:rPr lang="en" sz="1600"/>
              <a:t>.</a:t>
            </a:r>
            <a:endParaRPr sz="1600"/>
          </a:p>
          <a:p>
            <a:pPr indent="-330200" lvl="0" marL="457200" rtl="0" algn="l">
              <a:lnSpc>
                <a:spcPct val="115000"/>
              </a:lnSpc>
              <a:spcBef>
                <a:spcPts val="0"/>
              </a:spcBef>
              <a:spcAft>
                <a:spcPts val="0"/>
              </a:spcAft>
              <a:buSzPts val="1600"/>
              <a:buChar char="●"/>
            </a:pPr>
            <a:r>
              <a:rPr b="1" lang="en" sz="1600"/>
              <a:t>Kharif</a:t>
            </a:r>
            <a:r>
              <a:rPr lang="en" sz="1600"/>
              <a:t> is the most profitable season for all three crops.</a:t>
            </a:r>
            <a:endParaRPr sz="1600"/>
          </a:p>
          <a:p>
            <a:pPr indent="-330200" lvl="0" marL="457200" rtl="0" algn="l">
              <a:lnSpc>
                <a:spcPct val="115000"/>
              </a:lnSpc>
              <a:spcBef>
                <a:spcPts val="0"/>
              </a:spcBef>
              <a:spcAft>
                <a:spcPts val="0"/>
              </a:spcAft>
              <a:buSzPts val="1600"/>
              <a:buChar char="●"/>
            </a:pPr>
            <a:r>
              <a:rPr lang="en" sz="1600"/>
              <a:t>Overall, </a:t>
            </a:r>
            <a:r>
              <a:rPr b="1" lang="en" sz="1600"/>
              <a:t>Sugarcane and Chilli show stronger and more consistent profitability than Cotton</a:t>
            </a:r>
            <a:r>
              <a:rPr lang="en" sz="1600"/>
              <a:t>.</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42"/>
          <p:cNvPicPr preferRelativeResize="0"/>
          <p:nvPr/>
        </p:nvPicPr>
        <p:blipFill>
          <a:blip r:embed="rId3">
            <a:alphaModFix/>
          </a:blip>
          <a:stretch>
            <a:fillRect/>
          </a:stretch>
        </p:blipFill>
        <p:spPr>
          <a:xfrm>
            <a:off x="199375" y="1033125"/>
            <a:ext cx="5107926" cy="2964224"/>
          </a:xfrm>
          <a:prstGeom prst="rect">
            <a:avLst/>
          </a:prstGeom>
          <a:noFill/>
          <a:ln>
            <a:noFill/>
          </a:ln>
        </p:spPr>
      </p:pic>
      <p:sp>
        <p:nvSpPr>
          <p:cNvPr id="463" name="Google Shape;463;p42"/>
          <p:cNvSpPr txBox="1"/>
          <p:nvPr/>
        </p:nvSpPr>
        <p:spPr>
          <a:xfrm>
            <a:off x="5499600" y="342900"/>
            <a:ext cx="3273300" cy="4117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b="1" lang="en"/>
              <a:t>Chilli</a:t>
            </a:r>
            <a:r>
              <a:rPr lang="en"/>
              <a:t> has the highest pesticide usage in </a:t>
            </a:r>
            <a:r>
              <a:rPr b="1" lang="en"/>
              <a:t>Kharif (~5.3 L/ha)</a:t>
            </a:r>
            <a:r>
              <a:rPr lang="en"/>
              <a:t>.</a:t>
            </a:r>
            <a:endParaRPr/>
          </a:p>
          <a:p>
            <a:pPr indent="-317500" lvl="0" marL="457200" rtl="0" algn="l">
              <a:lnSpc>
                <a:spcPct val="115000"/>
              </a:lnSpc>
              <a:spcBef>
                <a:spcPts val="0"/>
              </a:spcBef>
              <a:spcAft>
                <a:spcPts val="0"/>
              </a:spcAft>
              <a:buSzPts val="1400"/>
              <a:buChar char="●"/>
            </a:pPr>
            <a:r>
              <a:rPr b="1" lang="en"/>
              <a:t>Cotton</a:t>
            </a:r>
            <a:r>
              <a:rPr lang="en"/>
              <a:t> shows the highest usage in </a:t>
            </a:r>
            <a:r>
              <a:rPr b="1" lang="en"/>
              <a:t>Zaid (~5.4 L/ha)</a:t>
            </a:r>
            <a:r>
              <a:rPr lang="en"/>
              <a:t>.</a:t>
            </a:r>
            <a:endParaRPr/>
          </a:p>
          <a:p>
            <a:pPr indent="-317500" lvl="0" marL="457200" rtl="0" algn="l">
              <a:lnSpc>
                <a:spcPct val="115000"/>
              </a:lnSpc>
              <a:spcBef>
                <a:spcPts val="0"/>
              </a:spcBef>
              <a:spcAft>
                <a:spcPts val="0"/>
              </a:spcAft>
              <a:buSzPts val="1400"/>
              <a:buChar char="●"/>
            </a:pPr>
            <a:r>
              <a:rPr b="1" lang="en"/>
              <a:t>Sugarcane</a:t>
            </a:r>
            <a:r>
              <a:rPr lang="en"/>
              <a:t> maintains relatively consistent pesticide usage across all seasons, around </a:t>
            </a:r>
            <a:r>
              <a:rPr b="1" lang="en"/>
              <a:t>5.0–5.1 L/ha</a:t>
            </a:r>
            <a:r>
              <a:rPr lang="en"/>
              <a:t>.</a:t>
            </a:r>
            <a:endParaRPr/>
          </a:p>
          <a:p>
            <a:pPr indent="-317500" lvl="0" marL="457200" rtl="0" algn="l">
              <a:lnSpc>
                <a:spcPct val="115000"/>
              </a:lnSpc>
              <a:spcBef>
                <a:spcPts val="0"/>
              </a:spcBef>
              <a:spcAft>
                <a:spcPts val="0"/>
              </a:spcAft>
              <a:buSzPts val="1400"/>
              <a:buChar char="●"/>
            </a:pPr>
            <a:r>
              <a:rPr b="1" lang="en"/>
              <a:t>Rabi</a:t>
            </a:r>
            <a:r>
              <a:rPr lang="en"/>
              <a:t> shows slightly lower pesticide usage for Chilli and Cotton compared with Kharif and Zaid.</a:t>
            </a:r>
            <a:endParaRPr/>
          </a:p>
          <a:p>
            <a:pPr indent="-317500" lvl="0" marL="457200" rtl="0" algn="l">
              <a:lnSpc>
                <a:spcPct val="115000"/>
              </a:lnSpc>
              <a:spcBef>
                <a:spcPts val="0"/>
              </a:spcBef>
              <a:spcAft>
                <a:spcPts val="0"/>
              </a:spcAft>
              <a:buSzPts val="1400"/>
              <a:buChar char="●"/>
            </a:pPr>
            <a:r>
              <a:rPr lang="en"/>
              <a:t>Overall, </a:t>
            </a:r>
            <a:r>
              <a:rPr b="1" lang="en"/>
              <a:t>pesticide usage remains fairly similar across the three crops and seasons</a:t>
            </a:r>
            <a:r>
              <a:rPr lang="en"/>
              <a:t>, with only small variations.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43"/>
          <p:cNvPicPr preferRelativeResize="0"/>
          <p:nvPr/>
        </p:nvPicPr>
        <p:blipFill>
          <a:blip r:embed="rId3">
            <a:alphaModFix/>
          </a:blip>
          <a:stretch>
            <a:fillRect/>
          </a:stretch>
        </p:blipFill>
        <p:spPr>
          <a:xfrm>
            <a:off x="3299550" y="935800"/>
            <a:ext cx="5484601" cy="3271900"/>
          </a:xfrm>
          <a:prstGeom prst="rect">
            <a:avLst/>
          </a:prstGeom>
          <a:noFill/>
          <a:ln>
            <a:noFill/>
          </a:ln>
        </p:spPr>
      </p:pic>
      <p:sp>
        <p:nvSpPr>
          <p:cNvPr id="469" name="Google Shape;469;p43"/>
          <p:cNvSpPr txBox="1"/>
          <p:nvPr/>
        </p:nvSpPr>
        <p:spPr>
          <a:xfrm>
            <a:off x="166750" y="298275"/>
            <a:ext cx="3132900" cy="4987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SzPts val="1300"/>
              <a:buChar char="●"/>
            </a:pPr>
            <a:r>
              <a:rPr b="1" lang="en" sz="1300"/>
              <a:t>Groundnut and Pulses</a:t>
            </a:r>
            <a:r>
              <a:rPr lang="en" sz="1300"/>
              <a:t> show a </a:t>
            </a:r>
            <a:r>
              <a:rPr b="1" lang="en" sz="1300"/>
              <a:t>slightly positive correlation</a:t>
            </a:r>
            <a:r>
              <a:rPr lang="en" sz="1300"/>
              <a:t> between pesticide usage and profit.</a:t>
            </a:r>
            <a:endParaRPr sz="1300"/>
          </a:p>
          <a:p>
            <a:pPr indent="-311150" lvl="0" marL="457200" rtl="0" algn="l">
              <a:lnSpc>
                <a:spcPct val="115000"/>
              </a:lnSpc>
              <a:spcBef>
                <a:spcPts val="0"/>
              </a:spcBef>
              <a:spcAft>
                <a:spcPts val="0"/>
              </a:spcAft>
              <a:buSzPts val="1300"/>
              <a:buChar char="●"/>
            </a:pPr>
            <a:r>
              <a:rPr b="1" lang="en" sz="1300"/>
              <a:t>Chilli, Sugarcane, Rice, Maize, Wheat, and Cotton</a:t>
            </a:r>
            <a:r>
              <a:rPr lang="en" sz="1300"/>
              <a:t> show a </a:t>
            </a:r>
            <a:r>
              <a:rPr b="1" lang="en" sz="1300"/>
              <a:t>negative correlation</a:t>
            </a:r>
            <a:r>
              <a:rPr lang="en" sz="1300"/>
              <a:t>.</a:t>
            </a:r>
            <a:endParaRPr sz="1300"/>
          </a:p>
          <a:p>
            <a:pPr indent="-311150" lvl="0" marL="457200" rtl="0" algn="l">
              <a:lnSpc>
                <a:spcPct val="115000"/>
              </a:lnSpc>
              <a:spcBef>
                <a:spcPts val="0"/>
              </a:spcBef>
              <a:spcAft>
                <a:spcPts val="0"/>
              </a:spcAft>
              <a:buSzPts val="1300"/>
              <a:buChar char="●"/>
            </a:pPr>
            <a:r>
              <a:rPr b="1" lang="en" sz="1300"/>
              <a:t>Cotton</a:t>
            </a:r>
            <a:r>
              <a:rPr lang="en" sz="1300"/>
              <a:t> has the strongest negative correlation, indicating that higher pesticide usage is weakly associated with lower profit.</a:t>
            </a:r>
            <a:endParaRPr sz="1300"/>
          </a:p>
          <a:p>
            <a:pPr indent="-311150" lvl="0" marL="457200" rtl="0" algn="l">
              <a:lnSpc>
                <a:spcPct val="115000"/>
              </a:lnSpc>
              <a:spcBef>
                <a:spcPts val="0"/>
              </a:spcBef>
              <a:spcAft>
                <a:spcPts val="0"/>
              </a:spcAft>
              <a:buSzPts val="1300"/>
              <a:buChar char="●"/>
            </a:pPr>
            <a:r>
              <a:rPr lang="en" sz="1300"/>
              <a:t>Overall, the correlation values are </a:t>
            </a:r>
            <a:r>
              <a:rPr b="1" lang="en" sz="1300"/>
              <a:t>close to zero</a:t>
            </a:r>
            <a:r>
              <a:rPr lang="en" sz="1300"/>
              <a:t>, suggesting that pesticide usage has </a:t>
            </a:r>
            <a:r>
              <a:rPr b="1" lang="en" sz="1300"/>
              <a:t>very little direct relationship with profit</a:t>
            </a:r>
            <a:r>
              <a:rPr lang="en" sz="1300"/>
              <a:t>.</a:t>
            </a:r>
            <a:endParaRPr sz="1300"/>
          </a:p>
          <a:p>
            <a:pPr indent="-311150" lvl="0" marL="457200" rtl="0" algn="l">
              <a:lnSpc>
                <a:spcPct val="115000"/>
              </a:lnSpc>
              <a:spcBef>
                <a:spcPts val="0"/>
              </a:spcBef>
              <a:spcAft>
                <a:spcPts val="0"/>
              </a:spcAft>
              <a:buSzPts val="1300"/>
              <a:buChar char="●"/>
            </a:pPr>
            <a:r>
              <a:rPr lang="en" sz="1300"/>
              <a:t>This indicates that factors such as </a:t>
            </a:r>
            <a:r>
              <a:rPr b="1" lang="en" sz="1300"/>
              <a:t>yield, production, market price, rainfall, and input costs</a:t>
            </a:r>
            <a:r>
              <a:rPr lang="en" sz="1300"/>
              <a:t> may have a greater influence on agricultural profitability.</a:t>
            </a:r>
            <a:endParaRPr sz="1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44"/>
          <p:cNvPicPr preferRelativeResize="0"/>
          <p:nvPr>
            <p:ph idx="3" type="pic"/>
          </p:nvPr>
        </p:nvPicPr>
        <p:blipFill rotWithShape="1">
          <a:blip r:embed="rId3">
            <a:alphaModFix/>
          </a:blip>
          <a:srcRect b="5608" l="67285" r="0" t="8768"/>
          <a:stretch/>
        </p:blipFill>
        <p:spPr>
          <a:xfrm flipH="1">
            <a:off x="0" y="0"/>
            <a:ext cx="3493499" cy="5143501"/>
          </a:xfrm>
          <a:prstGeom prst="rect">
            <a:avLst/>
          </a:prstGeom>
        </p:spPr>
      </p:pic>
      <p:pic>
        <p:nvPicPr>
          <p:cNvPr id="475" name="Google Shape;475;p44"/>
          <p:cNvPicPr preferRelativeResize="0"/>
          <p:nvPr/>
        </p:nvPicPr>
        <p:blipFill rotWithShape="1">
          <a:blip r:embed="rId4">
            <a:alphaModFix/>
          </a:blip>
          <a:srcRect b="4601" l="0" r="0" t="9554"/>
          <a:stretch/>
        </p:blipFill>
        <p:spPr>
          <a:xfrm rot="10800000">
            <a:off x="2866749" y="1577"/>
            <a:ext cx="6295251" cy="5140348"/>
          </a:xfrm>
          <a:prstGeom prst="rect">
            <a:avLst/>
          </a:prstGeom>
          <a:noFill/>
          <a:ln>
            <a:noFill/>
          </a:ln>
        </p:spPr>
      </p:pic>
      <p:grpSp>
        <p:nvGrpSpPr>
          <p:cNvPr id="476" name="Google Shape;476;p44"/>
          <p:cNvGrpSpPr/>
          <p:nvPr/>
        </p:nvGrpSpPr>
        <p:grpSpPr>
          <a:xfrm rot="-4004383">
            <a:off x="1989246" y="2598471"/>
            <a:ext cx="866102" cy="1192811"/>
            <a:chOff x="7820337" y="1253362"/>
            <a:chExt cx="866121" cy="1192838"/>
          </a:xfrm>
        </p:grpSpPr>
        <p:pic>
          <p:nvPicPr>
            <p:cNvPr id="477" name="Google Shape;477;p44"/>
            <p:cNvPicPr preferRelativeResize="0"/>
            <p:nvPr/>
          </p:nvPicPr>
          <p:blipFill>
            <a:blip r:embed="rId5">
              <a:alphaModFix/>
            </a:blip>
            <a:stretch>
              <a:fillRect/>
            </a:stretch>
          </p:blipFill>
          <p:spPr>
            <a:xfrm rot="6912888">
              <a:off x="8106450" y="1944093"/>
              <a:ext cx="613720" cy="314843"/>
            </a:xfrm>
            <a:prstGeom prst="rect">
              <a:avLst/>
            </a:prstGeom>
            <a:noFill/>
            <a:ln>
              <a:noFill/>
            </a:ln>
          </p:spPr>
        </p:pic>
        <p:pic>
          <p:nvPicPr>
            <p:cNvPr id="478" name="Google Shape;478;p44"/>
            <p:cNvPicPr preferRelativeResize="0"/>
            <p:nvPr/>
          </p:nvPicPr>
          <p:blipFill>
            <a:blip r:embed="rId6">
              <a:alphaModFix/>
            </a:blip>
            <a:stretch>
              <a:fillRect/>
            </a:stretch>
          </p:blipFill>
          <p:spPr>
            <a:xfrm flipH="1" rot="858812">
              <a:off x="7846697" y="1297015"/>
              <a:ext cx="386000" cy="261708"/>
            </a:xfrm>
            <a:prstGeom prst="rect">
              <a:avLst/>
            </a:prstGeom>
            <a:noFill/>
            <a:ln>
              <a:noFill/>
            </a:ln>
          </p:spPr>
        </p:pic>
      </p:grpSp>
      <p:sp>
        <p:nvSpPr>
          <p:cNvPr id="479" name="Google Shape;479;p44"/>
          <p:cNvSpPr txBox="1"/>
          <p:nvPr/>
        </p:nvSpPr>
        <p:spPr>
          <a:xfrm>
            <a:off x="3388000" y="795950"/>
            <a:ext cx="465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p>
        </p:txBody>
      </p:sp>
      <p:sp>
        <p:nvSpPr>
          <p:cNvPr id="480" name="Google Shape;480;p44"/>
          <p:cNvSpPr txBox="1"/>
          <p:nvPr/>
        </p:nvSpPr>
        <p:spPr>
          <a:xfrm>
            <a:off x="3323300" y="86575"/>
            <a:ext cx="5474700" cy="447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t>Future Scope</a:t>
            </a:r>
            <a:endParaRPr b="1" sz="1700"/>
          </a:p>
          <a:p>
            <a:pPr indent="0" lvl="0" marL="0" rtl="0" algn="l">
              <a:lnSpc>
                <a:spcPct val="115000"/>
              </a:lnSpc>
              <a:spcBef>
                <a:spcPts val="1200"/>
              </a:spcBef>
              <a:spcAft>
                <a:spcPts val="0"/>
              </a:spcAft>
              <a:buNone/>
            </a:pPr>
            <a:r>
              <a:rPr lang="en" sz="1500"/>
              <a:t>The </a:t>
            </a:r>
            <a:r>
              <a:rPr b="1" lang="en" sz="1500"/>
              <a:t>Seasonal Agriculture Performance Analysis</a:t>
            </a:r>
            <a:r>
              <a:rPr lang="en" sz="1500"/>
              <a:t> project can be further enhanced in the following ways:</a:t>
            </a:r>
            <a:endParaRPr sz="1500"/>
          </a:p>
          <a:p>
            <a:pPr indent="-323850" lvl="0" marL="457200" rtl="0" algn="l">
              <a:lnSpc>
                <a:spcPct val="115000"/>
              </a:lnSpc>
              <a:spcBef>
                <a:spcPts val="1200"/>
              </a:spcBef>
              <a:spcAft>
                <a:spcPts val="0"/>
              </a:spcAft>
              <a:buSzPts val="1500"/>
              <a:buChar char="●"/>
            </a:pPr>
            <a:r>
              <a:rPr b="1" lang="en" sz="1500"/>
              <a:t>Crop Recommendation System</a:t>
            </a:r>
            <a:r>
              <a:rPr lang="en" sz="1500"/>
              <a:t> – Develop a system that recommends suitable crops based on season, soil, rainfall, temperature, and other conditions.</a:t>
            </a:r>
            <a:endParaRPr sz="1500"/>
          </a:p>
          <a:p>
            <a:pPr indent="-323850" lvl="0" marL="457200" rtl="0" algn="l">
              <a:lnSpc>
                <a:spcPct val="115000"/>
              </a:lnSpc>
              <a:spcBef>
                <a:spcPts val="0"/>
              </a:spcBef>
              <a:spcAft>
                <a:spcPts val="0"/>
              </a:spcAft>
              <a:buSzPts val="1500"/>
              <a:buChar char="●"/>
            </a:pPr>
            <a:r>
              <a:rPr b="1" lang="en" sz="1500"/>
              <a:t>Yield Prediction</a:t>
            </a:r>
            <a:r>
              <a:rPr lang="en" sz="1500"/>
              <a:t> – Use Machine Learning models to predict crop yield for upcoming seasons.</a:t>
            </a:r>
            <a:endParaRPr sz="1500"/>
          </a:p>
          <a:p>
            <a:pPr indent="-323850" lvl="0" marL="457200" rtl="0" algn="l">
              <a:lnSpc>
                <a:spcPct val="115000"/>
              </a:lnSpc>
              <a:spcBef>
                <a:spcPts val="0"/>
              </a:spcBef>
              <a:spcAft>
                <a:spcPts val="0"/>
              </a:spcAft>
              <a:buSzPts val="1500"/>
              <a:buChar char="●"/>
            </a:pPr>
            <a:r>
              <a:rPr b="1" lang="en" sz="1500"/>
              <a:t>Weather Integration</a:t>
            </a:r>
            <a:r>
              <a:rPr lang="en" sz="1500"/>
              <a:t> – Integrate real-time weather data to improve seasonal agricultural analysis.</a:t>
            </a:r>
            <a:endParaRPr sz="1500"/>
          </a:p>
          <a:p>
            <a:pPr indent="-323850" lvl="0" marL="457200" rtl="0" algn="l">
              <a:lnSpc>
                <a:spcPct val="115000"/>
              </a:lnSpc>
              <a:spcBef>
                <a:spcPts val="0"/>
              </a:spcBef>
              <a:spcAft>
                <a:spcPts val="0"/>
              </a:spcAft>
              <a:buSzPts val="1500"/>
              <a:buChar char="●"/>
            </a:pPr>
            <a:r>
              <a:rPr b="1" lang="en" sz="1500"/>
              <a:t>Real-Time Monitoring</a:t>
            </a:r>
            <a:r>
              <a:rPr lang="en" sz="1500"/>
              <a:t> – Develop a dashboard to continuously monitor agricultural performance and environmental conditions.</a:t>
            </a:r>
            <a:endParaRPr sz="1500"/>
          </a:p>
          <a:p>
            <a:pPr indent="-323850" lvl="0" marL="457200" rtl="0" algn="l">
              <a:lnSpc>
                <a:spcPct val="115000"/>
              </a:lnSpc>
              <a:spcBef>
                <a:spcPts val="0"/>
              </a:spcBef>
              <a:spcAft>
                <a:spcPts val="0"/>
              </a:spcAft>
              <a:buSzPts val="1500"/>
              <a:buChar char="●"/>
            </a:pPr>
            <a:r>
              <a:rPr b="1" lang="en" sz="1500"/>
              <a:t>Regional Analysis</a:t>
            </a:r>
            <a:r>
              <a:rPr lang="en" sz="1500"/>
              <a:t> – Expand the analysis to more states, districts, and geographical regions.</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45"/>
          <p:cNvPicPr preferRelativeResize="0"/>
          <p:nvPr>
            <p:ph idx="3" type="pic"/>
          </p:nvPr>
        </p:nvPicPr>
        <p:blipFill rotWithShape="1">
          <a:blip r:embed="rId3">
            <a:alphaModFix/>
          </a:blip>
          <a:srcRect b="5608" l="67285" r="0" t="8768"/>
          <a:stretch/>
        </p:blipFill>
        <p:spPr>
          <a:xfrm flipH="1">
            <a:off x="0" y="0"/>
            <a:ext cx="3493499" cy="5143501"/>
          </a:xfrm>
          <a:prstGeom prst="rect">
            <a:avLst/>
          </a:prstGeom>
        </p:spPr>
      </p:pic>
      <p:pic>
        <p:nvPicPr>
          <p:cNvPr id="486" name="Google Shape;486;p45"/>
          <p:cNvPicPr preferRelativeResize="0"/>
          <p:nvPr/>
        </p:nvPicPr>
        <p:blipFill rotWithShape="1">
          <a:blip r:embed="rId4">
            <a:alphaModFix/>
          </a:blip>
          <a:srcRect b="4601" l="0" r="0" t="9554"/>
          <a:stretch/>
        </p:blipFill>
        <p:spPr>
          <a:xfrm rot="10800000">
            <a:off x="2866752" y="1577"/>
            <a:ext cx="6504923" cy="5140348"/>
          </a:xfrm>
          <a:prstGeom prst="rect">
            <a:avLst/>
          </a:prstGeom>
          <a:noFill/>
          <a:ln>
            <a:noFill/>
          </a:ln>
        </p:spPr>
      </p:pic>
      <p:grpSp>
        <p:nvGrpSpPr>
          <p:cNvPr id="487" name="Google Shape;487;p45"/>
          <p:cNvGrpSpPr/>
          <p:nvPr/>
        </p:nvGrpSpPr>
        <p:grpSpPr>
          <a:xfrm rot="-4004383">
            <a:off x="1989246" y="2598471"/>
            <a:ext cx="866102" cy="1192811"/>
            <a:chOff x="7820337" y="1253362"/>
            <a:chExt cx="866121" cy="1192838"/>
          </a:xfrm>
        </p:grpSpPr>
        <p:pic>
          <p:nvPicPr>
            <p:cNvPr id="488" name="Google Shape;488;p45"/>
            <p:cNvPicPr preferRelativeResize="0"/>
            <p:nvPr/>
          </p:nvPicPr>
          <p:blipFill>
            <a:blip r:embed="rId5">
              <a:alphaModFix/>
            </a:blip>
            <a:stretch>
              <a:fillRect/>
            </a:stretch>
          </p:blipFill>
          <p:spPr>
            <a:xfrm rot="6912888">
              <a:off x="8106450" y="1944093"/>
              <a:ext cx="613720" cy="314843"/>
            </a:xfrm>
            <a:prstGeom prst="rect">
              <a:avLst/>
            </a:prstGeom>
            <a:noFill/>
            <a:ln>
              <a:noFill/>
            </a:ln>
          </p:spPr>
        </p:pic>
        <p:pic>
          <p:nvPicPr>
            <p:cNvPr id="489" name="Google Shape;489;p45"/>
            <p:cNvPicPr preferRelativeResize="0"/>
            <p:nvPr/>
          </p:nvPicPr>
          <p:blipFill>
            <a:blip r:embed="rId6">
              <a:alphaModFix/>
            </a:blip>
            <a:stretch>
              <a:fillRect/>
            </a:stretch>
          </p:blipFill>
          <p:spPr>
            <a:xfrm flipH="1" rot="858812">
              <a:off x="7846697" y="1297015"/>
              <a:ext cx="386000" cy="261708"/>
            </a:xfrm>
            <a:prstGeom prst="rect">
              <a:avLst/>
            </a:prstGeom>
            <a:noFill/>
            <a:ln>
              <a:noFill/>
            </a:ln>
          </p:spPr>
        </p:pic>
      </p:grpSp>
      <p:sp>
        <p:nvSpPr>
          <p:cNvPr id="490" name="Google Shape;490;p45"/>
          <p:cNvSpPr txBox="1"/>
          <p:nvPr/>
        </p:nvSpPr>
        <p:spPr>
          <a:xfrm>
            <a:off x="3388000" y="795950"/>
            <a:ext cx="465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p>
        </p:txBody>
      </p:sp>
      <p:sp>
        <p:nvSpPr>
          <p:cNvPr id="491" name="Google Shape;491;p45"/>
          <p:cNvSpPr txBox="1"/>
          <p:nvPr/>
        </p:nvSpPr>
        <p:spPr>
          <a:xfrm>
            <a:off x="3323300" y="86575"/>
            <a:ext cx="5820600" cy="5044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Char char="●"/>
            </a:pPr>
            <a:r>
              <a:rPr b="1" lang="en"/>
              <a:t>Resource Optimization</a:t>
            </a:r>
            <a:r>
              <a:rPr lang="en"/>
              <a:t> – Use predictive analytics to recommend efficient usage of water, fertilizers, and pesticides.</a:t>
            </a:r>
            <a:endParaRPr/>
          </a:p>
          <a:p>
            <a:pPr indent="-317500" lvl="0" marL="457200" rtl="0" algn="l">
              <a:lnSpc>
                <a:spcPct val="115000"/>
              </a:lnSpc>
              <a:spcBef>
                <a:spcPts val="0"/>
              </a:spcBef>
              <a:spcAft>
                <a:spcPts val="0"/>
              </a:spcAft>
              <a:buSzPts val="1400"/>
              <a:buChar char="●"/>
            </a:pPr>
            <a:r>
              <a:rPr b="1" lang="en"/>
              <a:t>Profit Prediction</a:t>
            </a:r>
            <a:r>
              <a:rPr lang="en"/>
              <a:t> – Predict expected revenue, cost, and profit based on crop and seasonal conditions.</a:t>
            </a:r>
            <a:endParaRPr/>
          </a:p>
          <a:p>
            <a:pPr indent="-317500" lvl="0" marL="457200" rtl="0" algn="l">
              <a:lnSpc>
                <a:spcPct val="115000"/>
              </a:lnSpc>
              <a:spcBef>
                <a:spcPts val="0"/>
              </a:spcBef>
              <a:spcAft>
                <a:spcPts val="0"/>
              </a:spcAft>
              <a:buSzPts val="1400"/>
              <a:buChar char="●"/>
            </a:pPr>
            <a:r>
              <a:rPr b="1" lang="en"/>
              <a:t>Mobile/Web Application</a:t>
            </a:r>
            <a:r>
              <a:rPr lang="en"/>
              <a:t> – Convert the analysis into a user-friendly application that farmers and agricultural planners can access easily.</a:t>
            </a:r>
            <a:endParaRPr/>
          </a:p>
          <a:p>
            <a:pPr indent="-317500" lvl="0" marL="457200" rtl="0" algn="l">
              <a:lnSpc>
                <a:spcPct val="115000"/>
              </a:lnSpc>
              <a:spcBef>
                <a:spcPts val="0"/>
              </a:spcBef>
              <a:spcAft>
                <a:spcPts val="0"/>
              </a:spcAft>
              <a:buSzPts val="1400"/>
              <a:buChar char="●"/>
            </a:pPr>
            <a:r>
              <a:rPr b="1" lang="en"/>
              <a:t>AI-Based Decision Support</a:t>
            </a:r>
            <a:r>
              <a:rPr lang="en"/>
              <a:t> – Use AI to provide data-driven recommendations for seasonal crop planning.</a:t>
            </a:r>
            <a:endParaRPr/>
          </a:p>
          <a:p>
            <a:pPr indent="-317500" lvl="0" marL="457200" rtl="0" algn="l">
              <a:lnSpc>
                <a:spcPct val="115000"/>
              </a:lnSpc>
              <a:spcBef>
                <a:spcPts val="0"/>
              </a:spcBef>
              <a:spcAft>
                <a:spcPts val="0"/>
              </a:spcAft>
              <a:buSzPts val="1400"/>
              <a:buChar char="●"/>
            </a:pPr>
            <a:r>
              <a:rPr b="1" lang="en"/>
              <a:t>Advanced Analytics</a:t>
            </a:r>
            <a:r>
              <a:rPr lang="en"/>
              <a:t> – Apply Machine Learning and time-series techniques to identify deeper seasonal patterns and trends.</a:t>
            </a:r>
            <a:endParaRPr b="1"/>
          </a:p>
          <a:p>
            <a:pPr indent="0" lvl="0" marL="0" marR="381000" rtl="0" algn="l">
              <a:lnSpc>
                <a:spcPct val="115000"/>
              </a:lnSpc>
              <a:spcBef>
                <a:spcPts val="1200"/>
              </a:spcBef>
              <a:spcAft>
                <a:spcPts val="0"/>
              </a:spcAft>
              <a:buNone/>
            </a:pPr>
            <a:r>
              <a:rPr b="1" lang="en"/>
              <a:t>The future scope of this project includes integrating real-time weather data, machine learning-based yield prediction, crop recommendation, resource optimization, profit forecasting, and developing a farmer-friendly web or mobile application for data-driven agricultural decision-making.</a:t>
            </a:r>
            <a:endParaRPr sz="1200"/>
          </a:p>
          <a:p>
            <a:pPr indent="0" lvl="0" marL="457200" rtl="0" algn="l">
              <a:lnSpc>
                <a:spcPct val="115000"/>
              </a:lnSpc>
              <a:spcBef>
                <a:spcPts val="1200"/>
              </a:spcBef>
              <a:spcAft>
                <a:spcPts val="0"/>
              </a:spcAft>
              <a:buNone/>
            </a:pPr>
            <a:r>
              <a:t/>
            </a:r>
            <a:endParaRPr b="1"/>
          </a:p>
          <a:p>
            <a:pPr indent="0" lvl="0" marL="0" rtl="0" algn="l">
              <a:lnSpc>
                <a:spcPct val="115000"/>
              </a:lnSpc>
              <a:spcBef>
                <a:spcPts val="1200"/>
              </a:spcBef>
              <a:spcAft>
                <a:spcPts val="1200"/>
              </a:spcAft>
              <a:buNone/>
            </a:pPr>
            <a:r>
              <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grpSp>
        <p:nvGrpSpPr>
          <p:cNvPr id="496" name="Google Shape;496;p46"/>
          <p:cNvGrpSpPr/>
          <p:nvPr/>
        </p:nvGrpSpPr>
        <p:grpSpPr>
          <a:xfrm>
            <a:off x="7901693" y="2446012"/>
            <a:ext cx="830469" cy="1720812"/>
            <a:chOff x="453700" y="2163364"/>
            <a:chExt cx="830469" cy="1720812"/>
          </a:xfrm>
        </p:grpSpPr>
        <p:pic>
          <p:nvPicPr>
            <p:cNvPr id="497" name="Google Shape;497;p46"/>
            <p:cNvPicPr preferRelativeResize="0"/>
            <p:nvPr/>
          </p:nvPicPr>
          <p:blipFill>
            <a:blip r:embed="rId3">
              <a:alphaModFix/>
            </a:blip>
            <a:stretch>
              <a:fillRect/>
            </a:stretch>
          </p:blipFill>
          <p:spPr>
            <a:xfrm rot="-981703">
              <a:off x="638525" y="2243431"/>
              <a:ext cx="613719" cy="314843"/>
            </a:xfrm>
            <a:prstGeom prst="rect">
              <a:avLst/>
            </a:prstGeom>
            <a:noFill/>
            <a:ln>
              <a:noFill/>
            </a:ln>
          </p:spPr>
        </p:pic>
        <p:pic>
          <p:nvPicPr>
            <p:cNvPr id="498" name="Google Shape;498;p46"/>
            <p:cNvPicPr preferRelativeResize="0"/>
            <p:nvPr/>
          </p:nvPicPr>
          <p:blipFill>
            <a:blip r:embed="rId4">
              <a:alphaModFix/>
            </a:blip>
            <a:stretch>
              <a:fillRect/>
            </a:stretch>
          </p:blipFill>
          <p:spPr>
            <a:xfrm flipH="1" rot="858812">
              <a:off x="871809" y="3578815"/>
              <a:ext cx="386000" cy="261708"/>
            </a:xfrm>
            <a:prstGeom prst="rect">
              <a:avLst/>
            </a:prstGeom>
            <a:noFill/>
            <a:ln>
              <a:noFill/>
            </a:ln>
          </p:spPr>
        </p:pic>
        <p:pic>
          <p:nvPicPr>
            <p:cNvPr id="499" name="Google Shape;499;p46"/>
            <p:cNvPicPr preferRelativeResize="0"/>
            <p:nvPr/>
          </p:nvPicPr>
          <p:blipFill>
            <a:blip r:embed="rId4">
              <a:alphaModFix/>
            </a:blip>
            <a:stretch>
              <a:fillRect/>
            </a:stretch>
          </p:blipFill>
          <p:spPr>
            <a:xfrm rot="-391316">
              <a:off x="470542" y="2882495"/>
              <a:ext cx="477490" cy="323710"/>
            </a:xfrm>
            <a:prstGeom prst="rect">
              <a:avLst/>
            </a:prstGeom>
            <a:noFill/>
            <a:ln>
              <a:noFill/>
            </a:ln>
          </p:spPr>
        </p:pic>
      </p:grpSp>
      <p:grpSp>
        <p:nvGrpSpPr>
          <p:cNvPr id="500" name="Google Shape;500;p46"/>
          <p:cNvGrpSpPr/>
          <p:nvPr/>
        </p:nvGrpSpPr>
        <p:grpSpPr>
          <a:xfrm flipH="1" rot="10800000">
            <a:off x="837780" y="202464"/>
            <a:ext cx="866146" cy="1709623"/>
            <a:chOff x="7820337" y="851201"/>
            <a:chExt cx="866146" cy="1709623"/>
          </a:xfrm>
        </p:grpSpPr>
        <p:pic>
          <p:nvPicPr>
            <p:cNvPr id="501" name="Google Shape;501;p46"/>
            <p:cNvPicPr preferRelativeResize="0"/>
            <p:nvPr/>
          </p:nvPicPr>
          <p:blipFill>
            <a:blip r:embed="rId3">
              <a:alphaModFix/>
            </a:blip>
            <a:stretch>
              <a:fillRect/>
            </a:stretch>
          </p:blipFill>
          <p:spPr>
            <a:xfrm rot="6912888">
              <a:off x="8106475" y="2058718"/>
              <a:ext cx="613720" cy="314843"/>
            </a:xfrm>
            <a:prstGeom prst="rect">
              <a:avLst/>
            </a:prstGeom>
            <a:noFill/>
            <a:ln>
              <a:noFill/>
            </a:ln>
          </p:spPr>
        </p:pic>
        <p:pic>
          <p:nvPicPr>
            <p:cNvPr id="502" name="Google Shape;502;p46"/>
            <p:cNvPicPr preferRelativeResize="0"/>
            <p:nvPr/>
          </p:nvPicPr>
          <p:blipFill>
            <a:blip r:embed="rId4">
              <a:alphaModFix/>
            </a:blip>
            <a:stretch>
              <a:fillRect/>
            </a:stretch>
          </p:blipFill>
          <p:spPr>
            <a:xfrm flipH="1" rot="858812">
              <a:off x="7846697" y="1297015"/>
              <a:ext cx="386000" cy="261708"/>
            </a:xfrm>
            <a:prstGeom prst="rect">
              <a:avLst/>
            </a:prstGeom>
            <a:noFill/>
            <a:ln>
              <a:noFill/>
            </a:ln>
          </p:spPr>
        </p:pic>
        <p:pic>
          <p:nvPicPr>
            <p:cNvPr id="503" name="Google Shape;503;p46"/>
            <p:cNvPicPr preferRelativeResize="0"/>
            <p:nvPr/>
          </p:nvPicPr>
          <p:blipFill>
            <a:blip r:embed="rId4">
              <a:alphaModFix/>
            </a:blip>
            <a:stretch>
              <a:fillRect/>
            </a:stretch>
          </p:blipFill>
          <p:spPr>
            <a:xfrm rot="-694079">
              <a:off x="8180791" y="894629"/>
              <a:ext cx="465067" cy="315292"/>
            </a:xfrm>
            <a:prstGeom prst="rect">
              <a:avLst/>
            </a:prstGeom>
            <a:noFill/>
            <a:ln>
              <a:noFill/>
            </a:ln>
          </p:spPr>
        </p:pic>
      </p:grpSp>
      <p:sp>
        <p:nvSpPr>
          <p:cNvPr id="504" name="Google Shape;504;p46"/>
          <p:cNvSpPr txBox="1"/>
          <p:nvPr/>
        </p:nvSpPr>
        <p:spPr>
          <a:xfrm>
            <a:off x="1904400" y="983575"/>
            <a:ext cx="49815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latin typeface="Heebo"/>
                <a:ea typeface="Heebo"/>
                <a:cs typeface="Heebo"/>
                <a:sym typeface="Heebo"/>
              </a:rPr>
              <a:t>GITHUB LINK: </a:t>
            </a:r>
            <a:r>
              <a:rPr lang="en" sz="2200">
                <a:solidFill>
                  <a:schemeClr val="dk1"/>
                </a:solidFill>
                <a:latin typeface="Heebo"/>
                <a:ea typeface="Heebo"/>
                <a:cs typeface="Heebo"/>
                <a:sym typeface="Heebo"/>
              </a:rPr>
              <a:t>https://github.com/Mruunali/-Seasonal-Agriculture-Performance-Analysis</a:t>
            </a:r>
            <a:endParaRPr sz="2200">
              <a:solidFill>
                <a:schemeClr val="dk1"/>
              </a:solidFill>
              <a:latin typeface="Heebo"/>
              <a:ea typeface="Heebo"/>
              <a:cs typeface="Heebo"/>
              <a:sym typeface="Heebo"/>
            </a:endParaRPr>
          </a:p>
        </p:txBody>
      </p:sp>
      <p:pic>
        <p:nvPicPr>
          <p:cNvPr id="505" name="Google Shape;505;p46"/>
          <p:cNvPicPr preferRelativeResize="0"/>
          <p:nvPr/>
        </p:nvPicPr>
        <p:blipFill>
          <a:blip r:embed="rId5">
            <a:alphaModFix/>
          </a:blip>
          <a:stretch>
            <a:fillRect/>
          </a:stretch>
        </p:blipFill>
        <p:spPr>
          <a:xfrm rot="-1325725">
            <a:off x="852261" y="2667232"/>
            <a:ext cx="837164" cy="968353"/>
          </a:xfrm>
          <a:prstGeom prst="rect">
            <a:avLst/>
          </a:prstGeom>
          <a:noFill/>
          <a:ln>
            <a:noFill/>
          </a:ln>
        </p:spPr>
      </p:pic>
      <p:pic>
        <p:nvPicPr>
          <p:cNvPr id="506" name="Google Shape;506;p46"/>
          <p:cNvPicPr preferRelativeResize="0"/>
          <p:nvPr/>
        </p:nvPicPr>
        <p:blipFill>
          <a:blip r:embed="rId6">
            <a:alphaModFix/>
          </a:blip>
          <a:stretch>
            <a:fillRect/>
          </a:stretch>
        </p:blipFill>
        <p:spPr>
          <a:xfrm rot="702784">
            <a:off x="7245177" y="472400"/>
            <a:ext cx="763104" cy="1264540"/>
          </a:xfrm>
          <a:prstGeom prst="rect">
            <a:avLst/>
          </a:prstGeom>
          <a:noFill/>
          <a:ln>
            <a:noFill/>
          </a:ln>
        </p:spPr>
      </p:pic>
      <p:pic>
        <p:nvPicPr>
          <p:cNvPr id="507" name="Google Shape;507;p46"/>
          <p:cNvPicPr preferRelativeResize="0"/>
          <p:nvPr/>
        </p:nvPicPr>
        <p:blipFill>
          <a:blip r:embed="rId7">
            <a:alphaModFix/>
          </a:blip>
          <a:stretch>
            <a:fillRect/>
          </a:stretch>
        </p:blipFill>
        <p:spPr>
          <a:xfrm rot="1518561">
            <a:off x="4279466" y="2718346"/>
            <a:ext cx="1093216" cy="126453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grpSp>
        <p:nvGrpSpPr>
          <p:cNvPr id="512" name="Google Shape;512;p47"/>
          <p:cNvGrpSpPr/>
          <p:nvPr/>
        </p:nvGrpSpPr>
        <p:grpSpPr>
          <a:xfrm>
            <a:off x="7901693" y="2446012"/>
            <a:ext cx="830469" cy="1720812"/>
            <a:chOff x="453700" y="2163364"/>
            <a:chExt cx="830469" cy="1720812"/>
          </a:xfrm>
        </p:grpSpPr>
        <p:pic>
          <p:nvPicPr>
            <p:cNvPr id="513" name="Google Shape;513;p47"/>
            <p:cNvPicPr preferRelativeResize="0"/>
            <p:nvPr/>
          </p:nvPicPr>
          <p:blipFill>
            <a:blip r:embed="rId3">
              <a:alphaModFix/>
            </a:blip>
            <a:stretch>
              <a:fillRect/>
            </a:stretch>
          </p:blipFill>
          <p:spPr>
            <a:xfrm rot="-981703">
              <a:off x="638525" y="2243431"/>
              <a:ext cx="613719" cy="314843"/>
            </a:xfrm>
            <a:prstGeom prst="rect">
              <a:avLst/>
            </a:prstGeom>
            <a:noFill/>
            <a:ln>
              <a:noFill/>
            </a:ln>
          </p:spPr>
        </p:pic>
        <p:pic>
          <p:nvPicPr>
            <p:cNvPr id="514" name="Google Shape;514;p47"/>
            <p:cNvPicPr preferRelativeResize="0"/>
            <p:nvPr/>
          </p:nvPicPr>
          <p:blipFill>
            <a:blip r:embed="rId4">
              <a:alphaModFix/>
            </a:blip>
            <a:stretch>
              <a:fillRect/>
            </a:stretch>
          </p:blipFill>
          <p:spPr>
            <a:xfrm flipH="1" rot="858812">
              <a:off x="871809" y="3578815"/>
              <a:ext cx="386000" cy="261708"/>
            </a:xfrm>
            <a:prstGeom prst="rect">
              <a:avLst/>
            </a:prstGeom>
            <a:noFill/>
            <a:ln>
              <a:noFill/>
            </a:ln>
          </p:spPr>
        </p:pic>
        <p:pic>
          <p:nvPicPr>
            <p:cNvPr id="515" name="Google Shape;515;p47"/>
            <p:cNvPicPr preferRelativeResize="0"/>
            <p:nvPr/>
          </p:nvPicPr>
          <p:blipFill>
            <a:blip r:embed="rId4">
              <a:alphaModFix/>
            </a:blip>
            <a:stretch>
              <a:fillRect/>
            </a:stretch>
          </p:blipFill>
          <p:spPr>
            <a:xfrm rot="-391316">
              <a:off x="470542" y="2882495"/>
              <a:ext cx="477490" cy="323710"/>
            </a:xfrm>
            <a:prstGeom prst="rect">
              <a:avLst/>
            </a:prstGeom>
            <a:noFill/>
            <a:ln>
              <a:noFill/>
            </a:ln>
          </p:spPr>
        </p:pic>
      </p:grpSp>
      <p:grpSp>
        <p:nvGrpSpPr>
          <p:cNvPr id="516" name="Google Shape;516;p47"/>
          <p:cNvGrpSpPr/>
          <p:nvPr/>
        </p:nvGrpSpPr>
        <p:grpSpPr>
          <a:xfrm flipH="1" rot="10800000">
            <a:off x="116230" y="124439"/>
            <a:ext cx="866146" cy="1709623"/>
            <a:chOff x="7820337" y="851201"/>
            <a:chExt cx="866146" cy="1709623"/>
          </a:xfrm>
        </p:grpSpPr>
        <p:pic>
          <p:nvPicPr>
            <p:cNvPr id="517" name="Google Shape;517;p47"/>
            <p:cNvPicPr preferRelativeResize="0"/>
            <p:nvPr/>
          </p:nvPicPr>
          <p:blipFill>
            <a:blip r:embed="rId3">
              <a:alphaModFix/>
            </a:blip>
            <a:stretch>
              <a:fillRect/>
            </a:stretch>
          </p:blipFill>
          <p:spPr>
            <a:xfrm rot="6912888">
              <a:off x="8106475" y="2058718"/>
              <a:ext cx="613720" cy="314843"/>
            </a:xfrm>
            <a:prstGeom prst="rect">
              <a:avLst/>
            </a:prstGeom>
            <a:noFill/>
            <a:ln>
              <a:noFill/>
            </a:ln>
          </p:spPr>
        </p:pic>
        <p:pic>
          <p:nvPicPr>
            <p:cNvPr id="518" name="Google Shape;518;p47"/>
            <p:cNvPicPr preferRelativeResize="0"/>
            <p:nvPr/>
          </p:nvPicPr>
          <p:blipFill>
            <a:blip r:embed="rId4">
              <a:alphaModFix/>
            </a:blip>
            <a:stretch>
              <a:fillRect/>
            </a:stretch>
          </p:blipFill>
          <p:spPr>
            <a:xfrm flipH="1" rot="858812">
              <a:off x="7846697" y="1297015"/>
              <a:ext cx="386000" cy="261708"/>
            </a:xfrm>
            <a:prstGeom prst="rect">
              <a:avLst/>
            </a:prstGeom>
            <a:noFill/>
            <a:ln>
              <a:noFill/>
            </a:ln>
          </p:spPr>
        </p:pic>
        <p:pic>
          <p:nvPicPr>
            <p:cNvPr id="519" name="Google Shape;519;p47"/>
            <p:cNvPicPr preferRelativeResize="0"/>
            <p:nvPr/>
          </p:nvPicPr>
          <p:blipFill>
            <a:blip r:embed="rId4">
              <a:alphaModFix/>
            </a:blip>
            <a:stretch>
              <a:fillRect/>
            </a:stretch>
          </p:blipFill>
          <p:spPr>
            <a:xfrm rot="-694079">
              <a:off x="8180791" y="894629"/>
              <a:ext cx="465067" cy="315292"/>
            </a:xfrm>
            <a:prstGeom prst="rect">
              <a:avLst/>
            </a:prstGeom>
            <a:noFill/>
            <a:ln>
              <a:noFill/>
            </a:ln>
          </p:spPr>
        </p:pic>
      </p:grpSp>
      <p:sp>
        <p:nvSpPr>
          <p:cNvPr id="520" name="Google Shape;520;p47"/>
          <p:cNvSpPr txBox="1"/>
          <p:nvPr/>
        </p:nvSpPr>
        <p:spPr>
          <a:xfrm>
            <a:off x="1197725" y="124450"/>
            <a:ext cx="7452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latin typeface="Heebo"/>
                <a:ea typeface="Heebo"/>
                <a:cs typeface="Heebo"/>
                <a:sym typeface="Heebo"/>
              </a:rPr>
              <a:t>VOIS Course completion certificate - Data Visualization</a:t>
            </a:r>
            <a:endParaRPr b="1" sz="2200">
              <a:solidFill>
                <a:schemeClr val="dk1"/>
              </a:solidFill>
              <a:latin typeface="Heebo"/>
              <a:ea typeface="Heebo"/>
              <a:cs typeface="Heebo"/>
              <a:sym typeface="Heebo"/>
            </a:endParaRPr>
          </a:p>
        </p:txBody>
      </p:sp>
      <p:pic>
        <p:nvPicPr>
          <p:cNvPr id="521" name="Google Shape;521;p47"/>
          <p:cNvPicPr preferRelativeResize="0"/>
          <p:nvPr/>
        </p:nvPicPr>
        <p:blipFill>
          <a:blip r:embed="rId5">
            <a:alphaModFix/>
          </a:blip>
          <a:stretch>
            <a:fillRect/>
          </a:stretch>
        </p:blipFill>
        <p:spPr>
          <a:xfrm>
            <a:off x="1866175" y="593675"/>
            <a:ext cx="5526451" cy="3644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grpSp>
        <p:nvGrpSpPr>
          <p:cNvPr id="526" name="Google Shape;526;p48"/>
          <p:cNvGrpSpPr/>
          <p:nvPr/>
        </p:nvGrpSpPr>
        <p:grpSpPr>
          <a:xfrm>
            <a:off x="6582318" y="2775862"/>
            <a:ext cx="830469" cy="1720812"/>
            <a:chOff x="453700" y="2163364"/>
            <a:chExt cx="830469" cy="1720812"/>
          </a:xfrm>
        </p:grpSpPr>
        <p:pic>
          <p:nvPicPr>
            <p:cNvPr id="527" name="Google Shape;527;p48"/>
            <p:cNvPicPr preferRelativeResize="0"/>
            <p:nvPr/>
          </p:nvPicPr>
          <p:blipFill>
            <a:blip r:embed="rId3">
              <a:alphaModFix/>
            </a:blip>
            <a:stretch>
              <a:fillRect/>
            </a:stretch>
          </p:blipFill>
          <p:spPr>
            <a:xfrm rot="-981703">
              <a:off x="638525" y="2243431"/>
              <a:ext cx="613719" cy="314843"/>
            </a:xfrm>
            <a:prstGeom prst="rect">
              <a:avLst/>
            </a:prstGeom>
            <a:noFill/>
            <a:ln>
              <a:noFill/>
            </a:ln>
          </p:spPr>
        </p:pic>
        <p:pic>
          <p:nvPicPr>
            <p:cNvPr id="528" name="Google Shape;528;p48"/>
            <p:cNvPicPr preferRelativeResize="0"/>
            <p:nvPr/>
          </p:nvPicPr>
          <p:blipFill>
            <a:blip r:embed="rId4">
              <a:alphaModFix/>
            </a:blip>
            <a:stretch>
              <a:fillRect/>
            </a:stretch>
          </p:blipFill>
          <p:spPr>
            <a:xfrm flipH="1" rot="858812">
              <a:off x="871809" y="3578815"/>
              <a:ext cx="386000" cy="261708"/>
            </a:xfrm>
            <a:prstGeom prst="rect">
              <a:avLst/>
            </a:prstGeom>
            <a:noFill/>
            <a:ln>
              <a:noFill/>
            </a:ln>
          </p:spPr>
        </p:pic>
        <p:pic>
          <p:nvPicPr>
            <p:cNvPr id="529" name="Google Shape;529;p48"/>
            <p:cNvPicPr preferRelativeResize="0"/>
            <p:nvPr/>
          </p:nvPicPr>
          <p:blipFill>
            <a:blip r:embed="rId4">
              <a:alphaModFix/>
            </a:blip>
            <a:stretch>
              <a:fillRect/>
            </a:stretch>
          </p:blipFill>
          <p:spPr>
            <a:xfrm rot="-391316">
              <a:off x="470542" y="2882495"/>
              <a:ext cx="477490" cy="323710"/>
            </a:xfrm>
            <a:prstGeom prst="rect">
              <a:avLst/>
            </a:prstGeom>
            <a:noFill/>
            <a:ln>
              <a:noFill/>
            </a:ln>
          </p:spPr>
        </p:pic>
      </p:grpSp>
      <p:grpSp>
        <p:nvGrpSpPr>
          <p:cNvPr id="530" name="Google Shape;530;p48"/>
          <p:cNvGrpSpPr/>
          <p:nvPr/>
        </p:nvGrpSpPr>
        <p:grpSpPr>
          <a:xfrm flipH="1" rot="10800000">
            <a:off x="1816980" y="934314"/>
            <a:ext cx="866146" cy="1709623"/>
            <a:chOff x="7820337" y="851201"/>
            <a:chExt cx="866146" cy="1709623"/>
          </a:xfrm>
        </p:grpSpPr>
        <p:pic>
          <p:nvPicPr>
            <p:cNvPr id="531" name="Google Shape;531;p48"/>
            <p:cNvPicPr preferRelativeResize="0"/>
            <p:nvPr/>
          </p:nvPicPr>
          <p:blipFill>
            <a:blip r:embed="rId3">
              <a:alphaModFix/>
            </a:blip>
            <a:stretch>
              <a:fillRect/>
            </a:stretch>
          </p:blipFill>
          <p:spPr>
            <a:xfrm rot="6912888">
              <a:off x="8106475" y="2058718"/>
              <a:ext cx="613720" cy="314843"/>
            </a:xfrm>
            <a:prstGeom prst="rect">
              <a:avLst/>
            </a:prstGeom>
            <a:noFill/>
            <a:ln>
              <a:noFill/>
            </a:ln>
          </p:spPr>
        </p:pic>
        <p:pic>
          <p:nvPicPr>
            <p:cNvPr id="532" name="Google Shape;532;p48"/>
            <p:cNvPicPr preferRelativeResize="0"/>
            <p:nvPr/>
          </p:nvPicPr>
          <p:blipFill>
            <a:blip r:embed="rId4">
              <a:alphaModFix/>
            </a:blip>
            <a:stretch>
              <a:fillRect/>
            </a:stretch>
          </p:blipFill>
          <p:spPr>
            <a:xfrm flipH="1" rot="858812">
              <a:off x="7846697" y="1297015"/>
              <a:ext cx="386000" cy="261708"/>
            </a:xfrm>
            <a:prstGeom prst="rect">
              <a:avLst/>
            </a:prstGeom>
            <a:noFill/>
            <a:ln>
              <a:noFill/>
            </a:ln>
          </p:spPr>
        </p:pic>
        <p:pic>
          <p:nvPicPr>
            <p:cNvPr id="533" name="Google Shape;533;p48"/>
            <p:cNvPicPr preferRelativeResize="0"/>
            <p:nvPr/>
          </p:nvPicPr>
          <p:blipFill>
            <a:blip r:embed="rId4">
              <a:alphaModFix/>
            </a:blip>
            <a:stretch>
              <a:fillRect/>
            </a:stretch>
          </p:blipFill>
          <p:spPr>
            <a:xfrm rot="-694079">
              <a:off x="8180791" y="894629"/>
              <a:ext cx="465067" cy="315292"/>
            </a:xfrm>
            <a:prstGeom prst="rect">
              <a:avLst/>
            </a:prstGeom>
            <a:noFill/>
            <a:ln>
              <a:noFill/>
            </a:ln>
          </p:spPr>
        </p:pic>
      </p:grpSp>
      <p:sp>
        <p:nvSpPr>
          <p:cNvPr id="534" name="Google Shape;534;p48"/>
          <p:cNvSpPr txBox="1"/>
          <p:nvPr>
            <p:ph type="title"/>
          </p:nvPr>
        </p:nvSpPr>
        <p:spPr>
          <a:xfrm>
            <a:off x="2831075" y="1726825"/>
            <a:ext cx="3622800" cy="91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owing and Planting Equipment Supplier Business Plan by Slidesgo">
  <a:themeElements>
    <a:clrScheme name="Simple Light">
      <a:dk1>
        <a:srgbClr val="3A302F"/>
      </a:dk1>
      <a:lt1>
        <a:srgbClr val="D6D0AF"/>
      </a:lt1>
      <a:dk2>
        <a:srgbClr val="7B675F"/>
      </a:dk2>
      <a:lt2>
        <a:srgbClr val="6F7331"/>
      </a:lt2>
      <a:accent1>
        <a:srgbClr val="93A35C"/>
      </a:accent1>
      <a:accent2>
        <a:srgbClr val="FFFFFF"/>
      </a:accent2>
      <a:accent3>
        <a:srgbClr val="FFFFFF"/>
      </a:accent3>
      <a:accent4>
        <a:srgbClr val="FFFFFF"/>
      </a:accent4>
      <a:accent5>
        <a:srgbClr val="FFFFFF"/>
      </a:accent5>
      <a:accent6>
        <a:srgbClr val="FFFFFF"/>
      </a:accent6>
      <a:hlink>
        <a:srgbClr val="3A30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